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presProps.xml" ContentType="application/vnd.openxmlformats-officedocument.presentationml.presProps+xml"/>
  <Override PartName="/ppt/media/image3.svg" ContentType="image/svg"/>
  <Override PartName="/ppt/media/image5.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9144000" cy="51435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2.png"/><Relationship Id="rId4" Type="http://schemas.openxmlformats.org/officeDocument/2006/relationships/image" Target="../media/image3.sv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sv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Foto Technikum Tag">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hasCustomPrompt="1"/>
          </p:nvPr>
        </p:nvSpPr>
        <p:spPr>
          <a:xfrm>
            <a:off x="3129120" y="3599280"/>
            <a:ext cx="5897160" cy="438840"/>
          </a:xfrm>
          <a:prstGeom prst="rect">
            <a:avLst/>
          </a:prstGeom>
          <a:noFill/>
          <a:ln w="0">
            <a:noFill/>
          </a:ln>
        </p:spPr>
        <p:txBody>
          <a:bodyPr lIns="91440" tIns="45720" rIns="91440" bIns="45720" anchor="t">
            <a:noAutofit/>
          </a:bodyPr>
          <a:lstStyle>
            <a:lvl1pPr indent="0" algn="l" defTabSz="685800">
              <a:lnSpc>
                <a:spcPct val="90000"/>
              </a:lnSpc>
              <a:buNone/>
              <a:defRPr lang="en-US" sz="2700" b="1" u="none" strike="noStrike">
                <a:solidFill>
                  <a:schemeClr val="lt1"/>
                </a:solidFill>
                <a:effectLst/>
                <a:highlight>
                  <a:srgbClr val="005A96"/>
                </a:highlight>
                <a:uFillTx/>
                <a:latin typeface="Arial"/>
              </a:defRPr>
            </a:lvl1pPr>
          </a:lstStyle>
          <a:p>
            <a:pPr indent="0" algn="l" defTabSz="685800">
              <a:lnSpc>
                <a:spcPct val="90000"/>
              </a:lnSpc>
              <a:buNone/>
            </a:pPr>
            <a:r>
              <a:rPr lang="en-US" sz="2700" b="1" u="none" strike="noStrike">
                <a:solidFill>
                  <a:schemeClr val="lt1"/>
                </a:solidFill>
                <a:effectLst/>
                <a:highlight>
                  <a:srgbClr val="005A96"/>
                </a:highlight>
                <a:uFillTx/>
                <a:latin typeface="Arial"/>
              </a:rPr>
              <a:t>Titel</a:t>
            </a:r>
            <a:endParaRPr lang="de-DE" sz="2700" b="1" u="none" strike="noStrike">
              <a:solidFill>
                <a:schemeClr val="lt1"/>
              </a:solidFill>
              <a:effectLst/>
              <a:highlight>
                <a:srgbClr val="005A96"/>
              </a:highlight>
              <a:uFillTx/>
              <a:latin typeface="Arial"/>
            </a:endParaRPr>
          </a:p>
        </p:txBody>
      </p:sp>
      <p:sp>
        <p:nvSpPr>
          <p:cNvPr id="3" name="PlaceHolder 2"/>
          <p:cNvSpPr>
            <a:spLocks noGrp="1"/>
          </p:cNvSpPr>
          <p:nvPr>
            <p:ph type="body" hasCustomPrompt="1"/>
          </p:nvPr>
        </p:nvSpPr>
        <p:spPr>
          <a:xfrm>
            <a:off x="3129120" y="4294440"/>
            <a:ext cx="5897160" cy="359280"/>
          </a:xfrm>
          <a:prstGeom prst="rect">
            <a:avLst/>
          </a:prstGeom>
          <a:noFill/>
          <a:ln w="0">
            <a:noFill/>
          </a:ln>
        </p:spPr>
        <p:txBody>
          <a:bodyPr lIns="91440" tIns="45720" rIns="91440" bIns="45720" anchor="t">
            <a:normAutofit lnSpcReduction="9999"/>
          </a:bodyPr>
          <a:lstStyle>
            <a:lvl1pPr indent="0" algn="l" defTabSz="685800">
              <a:lnSpc>
                <a:spcPct val="90000"/>
              </a:lnSpc>
              <a:spcBef>
                <a:spcPts val="374"/>
              </a:spcBef>
              <a:spcAft>
                <a:spcPts val="374"/>
              </a:spcAft>
              <a:buNone/>
              <a:tabLst>
                <a:tab pos="0" algn="l"/>
              </a:tabLst>
              <a:defRPr lang="en-US" sz="2100" b="0" u="none" strike="noStrike">
                <a:solidFill>
                  <a:schemeClr val="lt1"/>
                </a:solidFill>
                <a:effectLst/>
                <a:highlight>
                  <a:srgbClr val="005A96"/>
                </a:highlight>
                <a:uFillTx/>
                <a:latin typeface="Arial"/>
              </a:defRPr>
            </a:lvl1pPr>
          </a:lstStyle>
          <a:p>
            <a:pPr indent="0" algn="l" defTabSz="685800">
              <a:lnSpc>
                <a:spcPct val="90000"/>
              </a:lnSpc>
              <a:spcBef>
                <a:spcPts val="374"/>
              </a:spcBef>
              <a:spcAft>
                <a:spcPts val="374"/>
              </a:spcAft>
              <a:buNone/>
              <a:tabLst>
                <a:tab pos="0" algn="l"/>
              </a:tabLst>
            </a:pPr>
            <a:r>
              <a:rPr lang="en-US" sz="2100" b="0" u="none" strike="noStrike">
                <a:solidFill>
                  <a:schemeClr val="lt1"/>
                </a:solidFill>
                <a:effectLst/>
                <a:highlight>
                  <a:srgbClr val="005A96"/>
                </a:highlight>
                <a:uFillTx/>
                <a:latin typeface="Arial"/>
              </a:rPr>
              <a:t>Untertitel / Autor</a:t>
            </a:r>
            <a:endParaRPr lang="de-DE" sz="2100" b="0" u="none" strike="noStrike">
              <a:solidFill>
                <a:schemeClr val="lt1"/>
              </a:solidFill>
              <a:effectLst/>
              <a:highlight>
                <a:srgbClr val="005A96"/>
              </a:highlight>
              <a:uFillTx/>
              <a:latin typeface="Arial"/>
            </a:endParaRPr>
          </a:p>
        </p:txBody>
      </p:sp>
      <p:pic>
        <p:nvPicPr>
          <p:cNvPr id="4" name="Grafik 8" descr="FH Technikum Wien - University of Applied Sciences"/>
          <p:cNvPicPr/>
          <p:nvPr/>
        </p:nvPicPr>
        <p:blipFill>
          <a:blip r:embed="rId3">
            <a:extLst>
              <a:ext uri="{96DAC541-7B7A-43D3-8B79-37D633B846F1}">
                <asvg:svgBlip xmlns:asvg="http://schemas.microsoft.com/office/drawing/2016/SVG/main" r:embed="rId4"/>
              </a:ext>
            </a:extLst>
          </a:blip>
          <a:stretch/>
        </p:blipFill>
        <p:spPr>
          <a:xfrm>
            <a:off x="1204920" y="1917000"/>
            <a:ext cx="3366720" cy="212148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SFOLIE 01 Grau">
    <p:bg>
      <p:bgPr>
        <a:solidFill>
          <a:srgbClr val="FFFFFF"/>
        </a:solidFill>
      </p:bgPr>
    </p:bg>
    <p:spTree>
      <p:nvGrpSpPr>
        <p:cNvPr id="1" name=""/>
        <p:cNvGrpSpPr/>
        <p:nvPr/>
      </p:nvGrpSpPr>
      <p:grpSpPr>
        <a:xfrm>
          <a:off x="0" y="0"/>
          <a:ext cx="0" cy="0"/>
          <a:chOff x="0" y="0"/>
          <a:chExt cx="0" cy="0"/>
        </a:xfrm>
      </p:grpSpPr>
      <p:sp>
        <p:nvSpPr>
          <p:cNvPr id="5" name="Rechteck 10">
            <a:extLst>
              <a:ext uri="{C183D7F6-B498-43B3-948B-1728B52AA6E4}">
                <adec:decorative xmlns:adec="http://schemas.microsoft.com/office/drawing/2017/decorative" val="1"/>
              </a:ext>
            </a:extLst>
          </p:cNvPr>
          <p:cNvSpPr/>
          <p:nvPr/>
        </p:nvSpPr>
        <p:spPr>
          <a:xfrm>
            <a:off x="0" y="0"/>
            <a:ext cx="9143640" cy="4728960"/>
          </a:xfrm>
          <a:prstGeom prst="rect">
            <a:avLst/>
          </a:prstGeom>
          <a:solidFill>
            <a:srgbClr val="72777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de-AT" sz="1350" b="0" u="none" strike="noStrike">
              <a:solidFill>
                <a:schemeClr val="lt1"/>
              </a:solidFill>
              <a:effectLst/>
              <a:uFillTx/>
              <a:latin typeface="Arial"/>
            </a:endParaRPr>
          </a:p>
        </p:txBody>
      </p:sp>
      <p:sp>
        <p:nvSpPr>
          <p:cNvPr id="6" name="PlaceHolder 1"/>
          <p:cNvSpPr>
            <a:spLocks noGrp="1"/>
          </p:cNvSpPr>
          <p:nvPr>
            <p:ph type="title" hasCustomPrompt="1"/>
          </p:nvPr>
        </p:nvSpPr>
        <p:spPr>
          <a:xfrm>
            <a:off x="180000" y="114480"/>
            <a:ext cx="8768520" cy="438840"/>
          </a:xfrm>
          <a:prstGeom prst="rect">
            <a:avLst/>
          </a:prstGeom>
          <a:noFill/>
          <a:ln w="0">
            <a:noFill/>
          </a:ln>
        </p:spPr>
        <p:txBody>
          <a:bodyPr lIns="91440" tIns="45720" rIns="91440" bIns="45720" anchor="t">
            <a:normAutofit fontScale="47500" lnSpcReduction="19999"/>
          </a:bodyPr>
          <a:lstStyle>
            <a:lvl1pPr indent="0" algn="l" defTabSz="685800">
              <a:lnSpc>
                <a:spcPct val="90000"/>
              </a:lnSpc>
              <a:buNone/>
              <a:defRPr lang="de-DE" sz="2700" b="1" u="none" strike="noStrike">
                <a:solidFill>
                  <a:schemeClr val="lt1"/>
                </a:solidFill>
                <a:effectLst/>
                <a:uFillTx/>
                <a:latin typeface="Arial"/>
              </a:defRPr>
            </a:lvl1pPr>
          </a:lstStyle>
          <a:p>
            <a:pPr indent="0" algn="l" defTabSz="685800">
              <a:lnSpc>
                <a:spcPct val="90000"/>
              </a:lnSpc>
              <a:buNone/>
            </a:pPr>
            <a:r>
              <a:rPr lang="de-DE" sz="2700" b="1" u="none" strike="noStrike">
                <a:solidFill>
                  <a:schemeClr val="lt1"/>
                </a:solidFill>
                <a:effectLst/>
                <a:uFillTx/>
                <a:latin typeface="Arial"/>
              </a:rPr>
              <a:t>Folien Überschrift 1 (Arial Bold, </a:t>
            </a:r>
            <a:r>
              <a:rPr lang="de-DE" sz="2700" b="1" u="none" strike="noStrike">
                <a:solidFill>
                  <a:schemeClr val="lt1"/>
                </a:solidFill>
                <a:effectLst/>
                <a:uFillTx/>
                <a:latin typeface="Arial"/>
              </a:rPr>
              <a:t>36pt)</a:t>
            </a:r>
            <a:br>
              <a:rPr sz="2700"/>
            </a:br>
            <a:endParaRPr lang="de-DE" sz="2700" b="1" u="none" strike="noStrike">
              <a:solidFill>
                <a:schemeClr val="lt1"/>
              </a:solidFill>
              <a:effectLst/>
              <a:uFillTx/>
              <a:latin typeface="Arial"/>
            </a:endParaRPr>
          </a:p>
        </p:txBody>
      </p:sp>
      <p:sp>
        <p:nvSpPr>
          <p:cNvPr id="7" name="PlaceHolder 2"/>
          <p:cNvSpPr>
            <a:spLocks noGrp="1"/>
          </p:cNvSpPr>
          <p:nvPr>
            <p:ph type="body"/>
          </p:nvPr>
        </p:nvSpPr>
        <p:spPr>
          <a:xfrm>
            <a:off x="180000" y="607680"/>
            <a:ext cx="876852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FFFFFF"/>
              </a:buClr>
              <a:buFont typeface="Arial"/>
              <a:buChar char="•"/>
              <a:defRPr lang="en-US" sz="2100" b="0" u="none" strike="noStrike">
                <a:solidFill>
                  <a:schemeClr val="lt2"/>
                </a:solidFill>
                <a:effectLst/>
                <a:uFillTx/>
                <a:latin typeface="Arial"/>
              </a:defRPr>
            </a:lvl1pPr>
            <a:lvl2pPr lvl="1" algn="l" defTabSz="685800">
              <a:lnSpc>
                <a:spcPct val="90000"/>
              </a:lnSpc>
              <a:spcBef>
                <a:spcPts val="374"/>
              </a:spcBef>
              <a:spcAft>
                <a:spcPts val="374"/>
              </a:spcAft>
              <a:buClr>
                <a:srgbClr val="FFFFFF"/>
              </a:buClr>
              <a:buFont typeface="Arial"/>
              <a:buChar char="•"/>
              <a:defRPr lang="en-US" sz="1800" b="0" u="none" strike="noStrike">
                <a:solidFill>
                  <a:schemeClr val="lt2"/>
                </a:solidFill>
                <a:effectLst/>
                <a:uFillTx/>
                <a:latin typeface="Arial"/>
              </a:defRPr>
            </a:lvl2pPr>
            <a:lvl3pPr lvl="2" algn="l" defTabSz="685800">
              <a:lnSpc>
                <a:spcPct val="90000"/>
              </a:lnSpc>
              <a:spcBef>
                <a:spcPts val="374"/>
              </a:spcBef>
              <a:spcAft>
                <a:spcPts val="374"/>
              </a:spcAft>
              <a:buClr>
                <a:srgbClr val="FFFFFF"/>
              </a:buClr>
              <a:buFont typeface="Symbol" charset="2"/>
              <a:buChar char=""/>
              <a:defRPr lang="en-US" sz="1350" b="0" u="none" strike="noStrike">
                <a:solidFill>
                  <a:schemeClr val="lt2"/>
                </a:solidFill>
                <a:effectLst/>
                <a:uFillTx/>
                <a:latin typeface="Arial"/>
              </a:defRPr>
            </a:lvl3pPr>
            <a:lvl4pPr lvl="3" algn="l" defTabSz="685800">
              <a:lnSpc>
                <a:spcPct val="90000"/>
              </a:lnSpc>
              <a:spcBef>
                <a:spcPts val="374"/>
              </a:spcBef>
              <a:buClr>
                <a:srgbClr val="FFFFFF"/>
              </a:buClr>
              <a:buFont typeface="Symbol" charset="2"/>
              <a:buChar char=""/>
              <a:defRPr lang="en-US" sz="1200" b="0" u="none" strike="noStrike">
                <a:solidFill>
                  <a:schemeClr val="lt2"/>
                </a:solidFill>
                <a:effectLst/>
                <a:uFillTx/>
                <a:latin typeface="Arial"/>
              </a:defRPr>
            </a:lvl4pPr>
            <a:lvl5pPr lvl="4" algn="l" defTabSz="685800">
              <a:lnSpc>
                <a:spcPct val="90000"/>
              </a:lnSpc>
              <a:spcBef>
                <a:spcPts val="374"/>
              </a:spcBef>
              <a:buClr>
                <a:srgbClr val="FFFFFF"/>
              </a:buClr>
              <a:buFont typeface="Arial"/>
              <a:buChar char="•"/>
              <a:defRPr lang="en-US" sz="1050" b="0" u="none" strike="noStrike">
                <a:solidFill>
                  <a:schemeClr val="lt2"/>
                </a:solidFill>
                <a:effectLst/>
                <a:uFillTx/>
                <a:latin typeface="Arial"/>
              </a:defRPr>
            </a:lvl5pPr>
          </a:lstStyle>
          <a:p>
            <a:pPr marL="171360" indent="-171360" algn="l" defTabSz="685800">
              <a:lnSpc>
                <a:spcPct val="90000"/>
              </a:lnSpc>
              <a:spcBef>
                <a:spcPts val="374"/>
              </a:spcBef>
              <a:spcAft>
                <a:spcPts val="374"/>
              </a:spcAft>
              <a:buClr>
                <a:srgbClr val="FFFFFF"/>
              </a:buClr>
              <a:buFont typeface="Arial"/>
              <a:buChar char="•"/>
            </a:pPr>
            <a:r>
              <a:rPr lang="en-US" sz="2100" b="0" u="none" strike="noStrike">
                <a:solidFill>
                  <a:schemeClr val="lt2"/>
                </a:solidFill>
                <a:effectLst/>
                <a:uFillTx/>
                <a:latin typeface="Arial"/>
              </a:rPr>
              <a:t>Click to edit Master text styles</a:t>
            </a:r>
            <a:endParaRPr lang="de-DE" sz="2100" b="0" u="none" strike="noStrike">
              <a:solidFill>
                <a:schemeClr val="lt2"/>
              </a:solidFill>
              <a:effectLst/>
              <a:uFillTx/>
              <a:latin typeface="Arial"/>
            </a:endParaRPr>
          </a:p>
          <a:p>
            <a:pPr marL="514440" lvl="1" indent="-171360" algn="l" defTabSz="685800">
              <a:lnSpc>
                <a:spcPct val="90000"/>
              </a:lnSpc>
              <a:spcBef>
                <a:spcPts val="374"/>
              </a:spcBef>
              <a:spcAft>
                <a:spcPts val="374"/>
              </a:spcAft>
              <a:buClr>
                <a:srgbClr val="FFFFFF"/>
              </a:buClr>
              <a:buFont typeface="Arial"/>
              <a:buChar char="•"/>
            </a:pPr>
            <a:r>
              <a:rPr lang="en-US" sz="1800" b="0" u="none" strike="noStrike">
                <a:solidFill>
                  <a:schemeClr val="lt2"/>
                </a:solidFill>
                <a:effectLst/>
                <a:uFillTx/>
                <a:latin typeface="Arial"/>
              </a:rPr>
              <a:t>Second level</a:t>
            </a:r>
            <a:endParaRPr lang="de-DE" sz="1800" b="0" u="none" strike="noStrike">
              <a:solidFill>
                <a:schemeClr val="lt2"/>
              </a:solidFill>
              <a:effectLst/>
              <a:uFillTx/>
              <a:latin typeface="Arial"/>
            </a:endParaRPr>
          </a:p>
          <a:p>
            <a:pPr marL="857160" lvl="2" indent="-171360" algn="l" defTabSz="685800">
              <a:lnSpc>
                <a:spcPct val="90000"/>
              </a:lnSpc>
              <a:spcBef>
                <a:spcPts val="374"/>
              </a:spcBef>
              <a:spcAft>
                <a:spcPts val="374"/>
              </a:spcAft>
              <a:buClr>
                <a:srgbClr val="FFFFFF"/>
              </a:buClr>
              <a:buFont typeface="Symbol" charset="2"/>
              <a:buChar char=""/>
            </a:pPr>
            <a:r>
              <a:rPr lang="en-US" sz="1350" b="0" u="none" strike="noStrike">
                <a:solidFill>
                  <a:schemeClr val="lt2"/>
                </a:solidFill>
                <a:effectLst/>
                <a:uFillTx/>
                <a:latin typeface="Arial"/>
              </a:rPr>
              <a:t>Third level</a:t>
            </a:r>
            <a:endParaRPr lang="de-DE" sz="1350" b="0" u="none" strike="noStrike">
              <a:solidFill>
                <a:schemeClr val="lt2"/>
              </a:solidFill>
              <a:effectLst/>
              <a:uFillTx/>
              <a:latin typeface="Arial"/>
            </a:endParaRPr>
          </a:p>
          <a:p>
            <a:pPr marL="1285920" lvl="3" indent="-171360" algn="l" defTabSz="685800">
              <a:lnSpc>
                <a:spcPct val="90000"/>
              </a:lnSpc>
              <a:spcBef>
                <a:spcPts val="374"/>
              </a:spcBef>
              <a:buClr>
                <a:srgbClr val="FFFFFF"/>
              </a:buClr>
              <a:buFont typeface="Symbol" charset="2"/>
              <a:buChar char=""/>
            </a:pPr>
            <a:r>
              <a:rPr lang="en-US" sz="1200" b="0" u="none" strike="noStrike">
                <a:solidFill>
                  <a:schemeClr val="lt2"/>
                </a:solidFill>
                <a:effectLst/>
                <a:uFillTx/>
                <a:latin typeface="Arial"/>
              </a:rPr>
              <a:t>Fourth level</a:t>
            </a:r>
            <a:endParaRPr lang="de-DE" sz="1200" b="0" u="none" strike="noStrike">
              <a:solidFill>
                <a:schemeClr val="lt2"/>
              </a:solidFill>
              <a:effectLst/>
              <a:uFillTx/>
              <a:latin typeface="Arial"/>
            </a:endParaRPr>
          </a:p>
          <a:p>
            <a:pPr marL="1542960" lvl="4" indent="-171360" algn="l" defTabSz="685800">
              <a:lnSpc>
                <a:spcPct val="90000"/>
              </a:lnSpc>
              <a:spcBef>
                <a:spcPts val="374"/>
              </a:spcBef>
              <a:buClr>
                <a:srgbClr val="FFFFFF"/>
              </a:buClr>
              <a:buFont typeface="Arial"/>
              <a:buChar char="•"/>
            </a:pPr>
            <a:r>
              <a:rPr lang="en-US" sz="1050" b="0" u="none" strike="noStrike">
                <a:solidFill>
                  <a:schemeClr val="lt2"/>
                </a:solidFill>
                <a:effectLst/>
                <a:uFillTx/>
                <a:latin typeface="Arial"/>
              </a:rPr>
              <a:t>Fifth level</a:t>
            </a:r>
            <a:endParaRPr lang="de-DE" sz="1050" b="0" u="none" strike="noStrike">
              <a:solidFill>
                <a:schemeClr val="lt2"/>
              </a:solidFill>
              <a:effectLst/>
              <a:uFillTx/>
              <a:latin typeface="Arial"/>
            </a:endParaRPr>
          </a:p>
        </p:txBody>
      </p:sp>
      <p:cxnSp>
        <p:nvCxnSpPr>
          <p:cNvPr id="8" name="Gerader Verbinder 23">
            <a:extLst>
              <a:ext uri="{C183D7F6-B498-43B3-948B-1728B52AA6E4}">
                <adec:decorative xmlns:adec="http://schemas.microsoft.com/office/drawing/2017/decorative" val="1"/>
              </a:ext>
            </a:extLst>
          </p:cNvPr>
          <p:cNvCxnSpPr/>
          <p:nvPr/>
        </p:nvCxnSpPr>
        <p:spPr>
          <a:xfrm>
            <a:off x="0" y="4729320"/>
            <a:ext cx="9144360" cy="360"/>
          </a:xfrm>
          <a:prstGeom prst="straightConnector1">
            <a:avLst/>
          </a:prstGeom>
          <a:ln w="12700">
            <a:solidFill>
              <a:srgbClr val="72777A"/>
            </a:solidFill>
          </a:ln>
        </p:spPr>
      </p:cxnSp>
      <p:cxnSp>
        <p:nvCxnSpPr>
          <p:cNvPr id="9" name="Gerader Verbinder 12">
            <a:extLst>
              <a:ext uri="{C183D7F6-B498-43B3-948B-1728B52AA6E4}">
                <adec:decorative xmlns:adec="http://schemas.microsoft.com/office/drawing/2017/decorative" val="1"/>
              </a:ext>
            </a:extLst>
          </p:cNvPr>
          <p:cNvCxnSpPr/>
          <p:nvPr/>
        </p:nvCxnSpPr>
        <p:spPr>
          <a:xfrm>
            <a:off x="8555040" y="4767480"/>
            <a:ext cx="360" cy="334080"/>
          </a:xfrm>
          <a:prstGeom prst="straightConnector1">
            <a:avLst/>
          </a:prstGeom>
          <a:ln w="12700">
            <a:solidFill>
              <a:srgbClr val="FFFFFF">
                <a:lumMod val="65000"/>
              </a:srgbClr>
            </a:solidFill>
          </a:ln>
        </p:spPr>
      </p:cxnSp>
      <p:sp>
        <p:nvSpPr>
          <p:cNvPr id="10" name="PlaceHolder 3">
            <a:extLst>
              <a:ext uri="{C183D7F6-B498-43B3-948B-1728B52AA6E4}">
                <adec:decorative xmlns:adec="http://schemas.microsoft.com/office/drawing/2017/decorative" val="1"/>
              </a:ext>
            </a:extLst>
          </p:cNvPr>
          <p:cNvSpPr>
            <a:spLocks noGrp="1"/>
          </p:cNvSpPr>
          <p:nvPr>
            <p:ph type="ftr" idx="1"/>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&lt;footer&gt;</a:t>
            </a:r>
            <a:endParaRPr lang="en-US" sz="750" b="0" u="none" strike="noStrike">
              <a:solidFill>
                <a:srgbClr val="000000"/>
              </a:solidFill>
              <a:effectLst/>
              <a:uFillTx/>
              <a:latin typeface="Times New Roman"/>
            </a:endParaRPr>
          </a:p>
        </p:txBody>
      </p:sp>
      <p:sp>
        <p:nvSpPr>
          <p:cNvPr id="11" name="PlaceHolder 4">
            <a:extLst>
              <a:ext uri="{C183D7F6-B498-43B3-948B-1728B52AA6E4}">
                <adec:decorative xmlns:adec="http://schemas.microsoft.com/office/drawing/2017/decorative" val="1"/>
              </a:ext>
            </a:extLst>
          </p:cNvPr>
          <p:cNvSpPr>
            <a:spLocks noGrp="1"/>
          </p:cNvSpPr>
          <p:nvPr>
            <p:ph type="sldNum" idx="2"/>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5CD96A48-5BF2-4047-B5AD-65E76F5A571F}"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pic>
        <p:nvPicPr>
          <p:cNvPr id="12" name="Grafik 9">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4704480"/>
            <a:ext cx="696600" cy="438840"/>
          </a:xfrm>
          <a:prstGeom prst="rect">
            <a:avLst/>
          </a:prstGeom>
          <a:noFill/>
          <a:ln w="0">
            <a:noFill/>
          </a:ln>
        </p:spPr>
      </p:pic>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SFOLIE 02 Grau">
    <p:bg>
      <p:bgPr>
        <a:solidFill>
          <a:srgbClr val="FFFFFF"/>
        </a:solidFill>
      </p:bgPr>
    </p:bg>
    <p:spTree>
      <p:nvGrpSpPr>
        <p:cNvPr id="1" name=""/>
        <p:cNvGrpSpPr/>
        <p:nvPr/>
      </p:nvGrpSpPr>
      <p:grpSpPr>
        <a:xfrm>
          <a:off x="0" y="0"/>
          <a:ext cx="0" cy="0"/>
          <a:chOff x="0" y="0"/>
          <a:chExt cx="0" cy="0"/>
        </a:xfrm>
      </p:grpSpPr>
      <p:sp>
        <p:nvSpPr>
          <p:cNvPr id="13" name="Rechteck 10">
            <a:extLst>
              <a:ext uri="{C183D7F6-B498-43B3-948B-1728B52AA6E4}">
                <adec:decorative xmlns:adec="http://schemas.microsoft.com/office/drawing/2017/decorative" val="1"/>
              </a:ext>
            </a:extLst>
          </p:cNvPr>
          <p:cNvSpPr/>
          <p:nvPr/>
        </p:nvSpPr>
        <p:spPr>
          <a:xfrm>
            <a:off x="0" y="0"/>
            <a:ext cx="9143640" cy="4728960"/>
          </a:xfrm>
          <a:prstGeom prst="rect">
            <a:avLst/>
          </a:prstGeom>
          <a:solidFill>
            <a:srgbClr val="72777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de-AT" sz="1350" b="0" u="none" strike="noStrike">
              <a:solidFill>
                <a:schemeClr val="lt1"/>
              </a:solidFill>
              <a:effectLst/>
              <a:uFillTx/>
              <a:latin typeface="Arial"/>
            </a:endParaRPr>
          </a:p>
        </p:txBody>
      </p:sp>
      <p:sp>
        <p:nvSpPr>
          <p:cNvPr id="14" name="PlaceHolder 1"/>
          <p:cNvSpPr>
            <a:spLocks noGrp="1"/>
          </p:cNvSpPr>
          <p:nvPr>
            <p:ph type="title" hasCustomPrompt="1"/>
          </p:nvPr>
        </p:nvSpPr>
        <p:spPr>
          <a:xfrm>
            <a:off x="180000" y="114480"/>
            <a:ext cx="8758080" cy="438840"/>
          </a:xfrm>
          <a:prstGeom prst="rect">
            <a:avLst/>
          </a:prstGeom>
          <a:noFill/>
          <a:ln w="0">
            <a:noFill/>
          </a:ln>
        </p:spPr>
        <p:txBody>
          <a:bodyPr lIns="91440" tIns="45720" rIns="91440" bIns="45720" anchor="t">
            <a:normAutofit fontScale="47500" lnSpcReduction="19999"/>
          </a:bodyPr>
          <a:lstStyle>
            <a:lvl1pPr indent="0" algn="l" defTabSz="685800">
              <a:lnSpc>
                <a:spcPct val="90000"/>
              </a:lnSpc>
              <a:buNone/>
              <a:defRPr lang="de-DE" sz="2700" b="1" u="none" strike="noStrike">
                <a:solidFill>
                  <a:schemeClr val="lt1"/>
                </a:solidFill>
                <a:effectLst/>
                <a:uFillTx/>
                <a:latin typeface="Arial"/>
              </a:defRPr>
            </a:lvl1pPr>
          </a:lstStyle>
          <a:p>
            <a:pPr indent="0" algn="l" defTabSz="685800">
              <a:lnSpc>
                <a:spcPct val="90000"/>
              </a:lnSpc>
              <a:buNone/>
            </a:pPr>
            <a:r>
              <a:rPr lang="de-DE" sz="2700" b="1" u="none" strike="noStrike">
                <a:solidFill>
                  <a:schemeClr val="lt1"/>
                </a:solidFill>
                <a:effectLst/>
                <a:uFillTx/>
                <a:latin typeface="Arial"/>
              </a:rPr>
              <a:t>Folien Überschrift 1 (Arial Bold, 36pt)</a:t>
            </a:r>
            <a:br>
              <a:rPr sz="2700"/>
            </a:br>
            <a:endParaRPr lang="de-DE" sz="2700" b="1" u="none" strike="noStrike">
              <a:solidFill>
                <a:schemeClr val="lt1"/>
              </a:solidFill>
              <a:effectLst/>
              <a:uFillTx/>
              <a:latin typeface="Arial"/>
            </a:endParaRPr>
          </a:p>
        </p:txBody>
      </p:sp>
      <p:sp>
        <p:nvSpPr>
          <p:cNvPr id="15" name="PlaceHolder 2"/>
          <p:cNvSpPr>
            <a:spLocks noGrp="1"/>
          </p:cNvSpPr>
          <p:nvPr>
            <p:ph type="body"/>
          </p:nvPr>
        </p:nvSpPr>
        <p:spPr>
          <a:xfrm>
            <a:off x="179280" y="607680"/>
            <a:ext cx="431964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FFFFFF"/>
              </a:buClr>
              <a:buFont typeface="Arial"/>
              <a:buChar char="•"/>
              <a:defRPr lang="en-US" sz="2100" b="0" u="none" strike="noStrike">
                <a:solidFill>
                  <a:schemeClr val="lt2"/>
                </a:solidFill>
                <a:effectLst/>
                <a:uFillTx/>
                <a:latin typeface="Arial"/>
              </a:defRPr>
            </a:lvl1pPr>
            <a:lvl2pPr lvl="1" algn="l" defTabSz="685800">
              <a:lnSpc>
                <a:spcPct val="90000"/>
              </a:lnSpc>
              <a:spcBef>
                <a:spcPts val="374"/>
              </a:spcBef>
              <a:spcAft>
                <a:spcPts val="374"/>
              </a:spcAft>
              <a:buClr>
                <a:srgbClr val="FFFFFF"/>
              </a:buClr>
              <a:buFont typeface="Arial"/>
              <a:buChar char="•"/>
              <a:defRPr lang="en-US" sz="1800" b="0" u="none" strike="noStrike">
                <a:solidFill>
                  <a:schemeClr val="lt2"/>
                </a:solidFill>
                <a:effectLst/>
                <a:uFillTx/>
                <a:latin typeface="Arial"/>
              </a:defRPr>
            </a:lvl2pPr>
            <a:lvl3pPr lvl="2" algn="l" defTabSz="685800">
              <a:lnSpc>
                <a:spcPct val="90000"/>
              </a:lnSpc>
              <a:spcBef>
                <a:spcPts val="374"/>
              </a:spcBef>
              <a:spcAft>
                <a:spcPts val="374"/>
              </a:spcAft>
              <a:buClr>
                <a:srgbClr val="FFFFFF"/>
              </a:buClr>
              <a:buFont typeface="Symbol" charset="2"/>
              <a:buChar char=""/>
              <a:defRPr lang="en-US" sz="1350" b="0" u="none" strike="noStrike">
                <a:solidFill>
                  <a:schemeClr val="lt2"/>
                </a:solidFill>
                <a:effectLst/>
                <a:uFillTx/>
                <a:latin typeface="Arial"/>
              </a:defRPr>
            </a:lvl3pPr>
            <a:lvl4pPr lvl="3" algn="l" defTabSz="685800">
              <a:lnSpc>
                <a:spcPct val="90000"/>
              </a:lnSpc>
              <a:spcBef>
                <a:spcPts val="374"/>
              </a:spcBef>
              <a:buClr>
                <a:srgbClr val="FFFFFF"/>
              </a:buClr>
              <a:buFont typeface="Symbol" charset="2"/>
              <a:buChar char=""/>
              <a:defRPr lang="en-US" sz="1200" b="0" u="none" strike="noStrike">
                <a:solidFill>
                  <a:schemeClr val="lt2"/>
                </a:solidFill>
                <a:effectLst/>
                <a:uFillTx/>
                <a:latin typeface="Arial"/>
              </a:defRPr>
            </a:lvl4pPr>
            <a:lvl5pPr lvl="4" algn="l" defTabSz="685800">
              <a:lnSpc>
                <a:spcPct val="90000"/>
              </a:lnSpc>
              <a:spcBef>
                <a:spcPts val="374"/>
              </a:spcBef>
              <a:buClr>
                <a:srgbClr val="FFFFFF"/>
              </a:buClr>
              <a:buFont typeface="Arial"/>
              <a:buChar char="•"/>
              <a:defRPr lang="en-US" sz="1050" b="0" u="none" strike="noStrike">
                <a:solidFill>
                  <a:schemeClr val="lt2"/>
                </a:solidFill>
                <a:effectLst/>
                <a:uFillTx/>
                <a:latin typeface="Arial"/>
              </a:defRPr>
            </a:lvl5pPr>
          </a:lstStyle>
          <a:p>
            <a:pPr marL="171360" indent="-171360" algn="l" defTabSz="685800">
              <a:lnSpc>
                <a:spcPct val="90000"/>
              </a:lnSpc>
              <a:spcBef>
                <a:spcPts val="374"/>
              </a:spcBef>
              <a:spcAft>
                <a:spcPts val="374"/>
              </a:spcAft>
              <a:buClr>
                <a:srgbClr val="FFFFFF"/>
              </a:buClr>
              <a:buFont typeface="Arial"/>
              <a:buChar char="•"/>
            </a:pPr>
            <a:r>
              <a:rPr lang="en-US" sz="2100" b="0" u="none" strike="noStrike">
                <a:solidFill>
                  <a:schemeClr val="lt2"/>
                </a:solidFill>
                <a:effectLst/>
                <a:uFillTx/>
                <a:latin typeface="Arial"/>
              </a:rPr>
              <a:t>Click to edit Master text styles</a:t>
            </a:r>
            <a:endParaRPr lang="de-DE" sz="2100" b="0" u="none" strike="noStrike">
              <a:solidFill>
                <a:schemeClr val="lt2"/>
              </a:solidFill>
              <a:effectLst/>
              <a:uFillTx/>
              <a:latin typeface="Arial"/>
            </a:endParaRPr>
          </a:p>
          <a:p>
            <a:pPr marL="514440" lvl="1" indent="-171360" algn="l" defTabSz="685800">
              <a:lnSpc>
                <a:spcPct val="90000"/>
              </a:lnSpc>
              <a:spcBef>
                <a:spcPts val="374"/>
              </a:spcBef>
              <a:spcAft>
                <a:spcPts val="374"/>
              </a:spcAft>
              <a:buClr>
                <a:srgbClr val="FFFFFF"/>
              </a:buClr>
              <a:buFont typeface="Arial"/>
              <a:buChar char="•"/>
            </a:pPr>
            <a:r>
              <a:rPr lang="en-US" sz="1800" b="0" u="none" strike="noStrike">
                <a:solidFill>
                  <a:schemeClr val="lt2"/>
                </a:solidFill>
                <a:effectLst/>
                <a:uFillTx/>
                <a:latin typeface="Arial"/>
              </a:rPr>
              <a:t>Second level</a:t>
            </a:r>
            <a:endParaRPr lang="de-DE" sz="1800" b="0" u="none" strike="noStrike">
              <a:solidFill>
                <a:schemeClr val="lt2"/>
              </a:solidFill>
              <a:effectLst/>
              <a:uFillTx/>
              <a:latin typeface="Arial"/>
            </a:endParaRPr>
          </a:p>
          <a:p>
            <a:pPr marL="857160" lvl="2" indent="-171360" algn="l" defTabSz="685800">
              <a:lnSpc>
                <a:spcPct val="90000"/>
              </a:lnSpc>
              <a:spcBef>
                <a:spcPts val="374"/>
              </a:spcBef>
              <a:spcAft>
                <a:spcPts val="374"/>
              </a:spcAft>
              <a:buClr>
                <a:srgbClr val="FFFFFF"/>
              </a:buClr>
              <a:buFont typeface="Symbol" charset="2"/>
              <a:buChar char=""/>
            </a:pPr>
            <a:r>
              <a:rPr lang="en-US" sz="1350" b="0" u="none" strike="noStrike">
                <a:solidFill>
                  <a:schemeClr val="lt2"/>
                </a:solidFill>
                <a:effectLst/>
                <a:uFillTx/>
                <a:latin typeface="Arial"/>
              </a:rPr>
              <a:t>Third level</a:t>
            </a:r>
            <a:endParaRPr lang="de-DE" sz="1350" b="0" u="none" strike="noStrike">
              <a:solidFill>
                <a:schemeClr val="lt2"/>
              </a:solidFill>
              <a:effectLst/>
              <a:uFillTx/>
              <a:latin typeface="Arial"/>
            </a:endParaRPr>
          </a:p>
          <a:p>
            <a:pPr marL="1285920" lvl="3" indent="-171360" algn="l" defTabSz="685800">
              <a:lnSpc>
                <a:spcPct val="90000"/>
              </a:lnSpc>
              <a:spcBef>
                <a:spcPts val="374"/>
              </a:spcBef>
              <a:buClr>
                <a:srgbClr val="FFFFFF"/>
              </a:buClr>
              <a:buFont typeface="Symbol" charset="2"/>
              <a:buChar char=""/>
            </a:pPr>
            <a:r>
              <a:rPr lang="en-US" sz="1200" b="0" u="none" strike="noStrike">
                <a:solidFill>
                  <a:schemeClr val="lt2"/>
                </a:solidFill>
                <a:effectLst/>
                <a:uFillTx/>
                <a:latin typeface="Arial"/>
              </a:rPr>
              <a:t>Fourth level</a:t>
            </a:r>
            <a:endParaRPr lang="de-DE" sz="1200" b="0" u="none" strike="noStrike">
              <a:solidFill>
                <a:schemeClr val="lt2"/>
              </a:solidFill>
              <a:effectLst/>
              <a:uFillTx/>
              <a:latin typeface="Arial"/>
            </a:endParaRPr>
          </a:p>
          <a:p>
            <a:pPr marL="1542960" lvl="4" indent="-171360" algn="l" defTabSz="685800">
              <a:lnSpc>
                <a:spcPct val="90000"/>
              </a:lnSpc>
              <a:spcBef>
                <a:spcPts val="374"/>
              </a:spcBef>
              <a:buClr>
                <a:srgbClr val="FFFFFF"/>
              </a:buClr>
              <a:buFont typeface="Arial"/>
              <a:buChar char="•"/>
            </a:pPr>
            <a:r>
              <a:rPr lang="en-US" sz="1050" b="0" u="none" strike="noStrike">
                <a:solidFill>
                  <a:schemeClr val="lt2"/>
                </a:solidFill>
                <a:effectLst/>
                <a:uFillTx/>
                <a:latin typeface="Arial"/>
              </a:rPr>
              <a:t>Fifth level</a:t>
            </a:r>
            <a:endParaRPr lang="de-DE" sz="1050" b="0" u="none" strike="noStrike">
              <a:solidFill>
                <a:schemeClr val="lt2"/>
              </a:solidFill>
              <a:effectLst/>
              <a:uFillTx/>
              <a:latin typeface="Arial"/>
            </a:endParaRPr>
          </a:p>
        </p:txBody>
      </p:sp>
      <p:sp>
        <p:nvSpPr>
          <p:cNvPr id="16" name="PlaceHolder 3"/>
          <p:cNvSpPr>
            <a:spLocks noGrp="1"/>
          </p:cNvSpPr>
          <p:nvPr>
            <p:ph type="body"/>
          </p:nvPr>
        </p:nvSpPr>
        <p:spPr>
          <a:xfrm>
            <a:off x="4615560" y="606240"/>
            <a:ext cx="431964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FFFFFF"/>
              </a:buClr>
              <a:buFont typeface="Arial"/>
              <a:buChar char="•"/>
              <a:defRPr lang="en-US" sz="2100" b="0" u="none" strike="noStrike">
                <a:solidFill>
                  <a:schemeClr val="lt2"/>
                </a:solidFill>
                <a:effectLst/>
                <a:uFillTx/>
                <a:latin typeface="Arial"/>
              </a:defRPr>
            </a:lvl1pPr>
            <a:lvl2pPr lvl="1" algn="l" defTabSz="685800">
              <a:lnSpc>
                <a:spcPct val="90000"/>
              </a:lnSpc>
              <a:spcBef>
                <a:spcPts val="374"/>
              </a:spcBef>
              <a:spcAft>
                <a:spcPts val="374"/>
              </a:spcAft>
              <a:buClr>
                <a:srgbClr val="FFFFFF"/>
              </a:buClr>
              <a:buFont typeface="Arial"/>
              <a:buChar char="•"/>
              <a:defRPr lang="en-US" sz="1800" b="0" u="none" strike="noStrike">
                <a:solidFill>
                  <a:schemeClr val="lt2"/>
                </a:solidFill>
                <a:effectLst/>
                <a:uFillTx/>
                <a:latin typeface="Arial"/>
              </a:defRPr>
            </a:lvl2pPr>
            <a:lvl3pPr lvl="2" algn="l" defTabSz="685800">
              <a:lnSpc>
                <a:spcPct val="90000"/>
              </a:lnSpc>
              <a:spcBef>
                <a:spcPts val="374"/>
              </a:spcBef>
              <a:spcAft>
                <a:spcPts val="374"/>
              </a:spcAft>
              <a:buClr>
                <a:srgbClr val="FFFFFF"/>
              </a:buClr>
              <a:buFont typeface="Symbol" charset="2"/>
              <a:buChar char=""/>
              <a:defRPr lang="en-US" sz="1350" b="0" u="none" strike="noStrike">
                <a:solidFill>
                  <a:schemeClr val="lt2"/>
                </a:solidFill>
                <a:effectLst/>
                <a:uFillTx/>
                <a:latin typeface="Arial"/>
              </a:defRPr>
            </a:lvl3pPr>
            <a:lvl4pPr lvl="3" algn="l" defTabSz="685800">
              <a:lnSpc>
                <a:spcPct val="90000"/>
              </a:lnSpc>
              <a:spcBef>
                <a:spcPts val="374"/>
              </a:spcBef>
              <a:buClr>
                <a:srgbClr val="FFFFFF"/>
              </a:buClr>
              <a:buFont typeface="Symbol" charset="2"/>
              <a:buChar char=""/>
              <a:defRPr lang="en-US" sz="1200" b="0" u="none" strike="noStrike">
                <a:solidFill>
                  <a:schemeClr val="lt2"/>
                </a:solidFill>
                <a:effectLst/>
                <a:uFillTx/>
                <a:latin typeface="Arial"/>
              </a:defRPr>
            </a:lvl4pPr>
            <a:lvl5pPr lvl="4" algn="l" defTabSz="685800">
              <a:lnSpc>
                <a:spcPct val="90000"/>
              </a:lnSpc>
              <a:spcBef>
                <a:spcPts val="374"/>
              </a:spcBef>
              <a:buClr>
                <a:srgbClr val="FFFFFF"/>
              </a:buClr>
              <a:buFont typeface="Arial"/>
              <a:buChar char="•"/>
              <a:defRPr lang="en-US" sz="1050" b="0" u="none" strike="noStrike">
                <a:solidFill>
                  <a:schemeClr val="lt2"/>
                </a:solidFill>
                <a:effectLst/>
                <a:uFillTx/>
                <a:latin typeface="Arial"/>
              </a:defRPr>
            </a:lvl5pPr>
          </a:lstStyle>
          <a:p>
            <a:pPr marL="171360" indent="-171360" algn="l" defTabSz="685800">
              <a:lnSpc>
                <a:spcPct val="90000"/>
              </a:lnSpc>
              <a:spcBef>
                <a:spcPts val="374"/>
              </a:spcBef>
              <a:spcAft>
                <a:spcPts val="374"/>
              </a:spcAft>
              <a:buClr>
                <a:srgbClr val="FFFFFF"/>
              </a:buClr>
              <a:buFont typeface="Arial"/>
              <a:buChar char="•"/>
            </a:pPr>
            <a:r>
              <a:rPr lang="en-US" sz="2100" b="0" u="none" strike="noStrike">
                <a:solidFill>
                  <a:schemeClr val="lt2"/>
                </a:solidFill>
                <a:effectLst/>
                <a:uFillTx/>
                <a:latin typeface="Arial"/>
              </a:rPr>
              <a:t>Click to edit Master text styles</a:t>
            </a:r>
            <a:endParaRPr lang="de-DE" sz="2100" b="0" u="none" strike="noStrike">
              <a:solidFill>
                <a:schemeClr val="lt2"/>
              </a:solidFill>
              <a:effectLst/>
              <a:uFillTx/>
              <a:latin typeface="Arial"/>
            </a:endParaRPr>
          </a:p>
          <a:p>
            <a:pPr marL="514440" lvl="1" indent="-171360" algn="l" defTabSz="685800">
              <a:lnSpc>
                <a:spcPct val="90000"/>
              </a:lnSpc>
              <a:spcBef>
                <a:spcPts val="374"/>
              </a:spcBef>
              <a:spcAft>
                <a:spcPts val="374"/>
              </a:spcAft>
              <a:buClr>
                <a:srgbClr val="FFFFFF"/>
              </a:buClr>
              <a:buFont typeface="Arial"/>
              <a:buChar char="•"/>
            </a:pPr>
            <a:r>
              <a:rPr lang="en-US" sz="1800" b="0" u="none" strike="noStrike">
                <a:solidFill>
                  <a:schemeClr val="lt2"/>
                </a:solidFill>
                <a:effectLst/>
                <a:uFillTx/>
                <a:latin typeface="Arial"/>
              </a:rPr>
              <a:t>Second level</a:t>
            </a:r>
            <a:endParaRPr lang="de-DE" sz="1800" b="0" u="none" strike="noStrike">
              <a:solidFill>
                <a:schemeClr val="lt2"/>
              </a:solidFill>
              <a:effectLst/>
              <a:uFillTx/>
              <a:latin typeface="Arial"/>
            </a:endParaRPr>
          </a:p>
          <a:p>
            <a:pPr marL="857160" lvl="2" indent="-171360" algn="l" defTabSz="685800">
              <a:lnSpc>
                <a:spcPct val="90000"/>
              </a:lnSpc>
              <a:spcBef>
                <a:spcPts val="374"/>
              </a:spcBef>
              <a:spcAft>
                <a:spcPts val="374"/>
              </a:spcAft>
              <a:buClr>
                <a:srgbClr val="FFFFFF"/>
              </a:buClr>
              <a:buFont typeface="Symbol" charset="2"/>
              <a:buChar char=""/>
            </a:pPr>
            <a:r>
              <a:rPr lang="en-US" sz="1350" b="0" u="none" strike="noStrike">
                <a:solidFill>
                  <a:schemeClr val="lt2"/>
                </a:solidFill>
                <a:effectLst/>
                <a:uFillTx/>
                <a:latin typeface="Arial"/>
              </a:rPr>
              <a:t>Third level</a:t>
            </a:r>
            <a:endParaRPr lang="de-DE" sz="1350" b="0" u="none" strike="noStrike">
              <a:solidFill>
                <a:schemeClr val="lt2"/>
              </a:solidFill>
              <a:effectLst/>
              <a:uFillTx/>
              <a:latin typeface="Arial"/>
            </a:endParaRPr>
          </a:p>
          <a:p>
            <a:pPr marL="1285920" lvl="3" indent="-171360" algn="l" defTabSz="685800">
              <a:lnSpc>
                <a:spcPct val="90000"/>
              </a:lnSpc>
              <a:spcBef>
                <a:spcPts val="374"/>
              </a:spcBef>
              <a:buClr>
                <a:srgbClr val="FFFFFF"/>
              </a:buClr>
              <a:buFont typeface="Symbol" charset="2"/>
              <a:buChar char=""/>
            </a:pPr>
            <a:r>
              <a:rPr lang="en-US" sz="1200" b="0" u="none" strike="noStrike">
                <a:solidFill>
                  <a:schemeClr val="lt2"/>
                </a:solidFill>
                <a:effectLst/>
                <a:uFillTx/>
                <a:latin typeface="Arial"/>
              </a:rPr>
              <a:t>Fourth level</a:t>
            </a:r>
            <a:endParaRPr lang="de-DE" sz="1200" b="0" u="none" strike="noStrike">
              <a:solidFill>
                <a:schemeClr val="lt2"/>
              </a:solidFill>
              <a:effectLst/>
              <a:uFillTx/>
              <a:latin typeface="Arial"/>
            </a:endParaRPr>
          </a:p>
          <a:p>
            <a:pPr marL="1542960" lvl="4" indent="-171360" algn="l" defTabSz="685800">
              <a:lnSpc>
                <a:spcPct val="90000"/>
              </a:lnSpc>
              <a:spcBef>
                <a:spcPts val="374"/>
              </a:spcBef>
              <a:buClr>
                <a:srgbClr val="FFFFFF"/>
              </a:buClr>
              <a:buFont typeface="Arial"/>
              <a:buChar char="•"/>
            </a:pPr>
            <a:r>
              <a:rPr lang="en-US" sz="1050" b="0" u="none" strike="noStrike">
                <a:solidFill>
                  <a:schemeClr val="lt2"/>
                </a:solidFill>
                <a:effectLst/>
                <a:uFillTx/>
                <a:latin typeface="Arial"/>
              </a:rPr>
              <a:t>Fifth level</a:t>
            </a:r>
            <a:endParaRPr lang="de-DE" sz="1050" b="0" u="none" strike="noStrike">
              <a:solidFill>
                <a:schemeClr val="lt2"/>
              </a:solidFill>
              <a:effectLst/>
              <a:uFillTx/>
              <a:latin typeface="Arial"/>
            </a:endParaRPr>
          </a:p>
        </p:txBody>
      </p:sp>
      <p:cxnSp>
        <p:nvCxnSpPr>
          <p:cNvPr id="17" name="Gerader Verbinder 14">
            <a:extLst>
              <a:ext uri="{C183D7F6-B498-43B3-948B-1728B52AA6E4}">
                <adec:decorative xmlns:adec="http://schemas.microsoft.com/office/drawing/2017/decorative" val="1"/>
              </a:ext>
            </a:extLst>
          </p:cNvPr>
          <p:cNvCxnSpPr/>
          <p:nvPr/>
        </p:nvCxnSpPr>
        <p:spPr>
          <a:xfrm>
            <a:off x="8555040" y="4767480"/>
            <a:ext cx="360" cy="334080"/>
          </a:xfrm>
          <a:prstGeom prst="straightConnector1">
            <a:avLst/>
          </a:prstGeom>
          <a:ln w="12700">
            <a:solidFill>
              <a:srgbClr val="FFFFFF">
                <a:lumMod val="65000"/>
              </a:srgbClr>
            </a:solidFill>
          </a:ln>
        </p:spPr>
      </p:cxnSp>
      <p:cxnSp>
        <p:nvCxnSpPr>
          <p:cNvPr id="18" name="Gerader Verbinder 23">
            <a:extLst>
              <a:ext uri="{C183D7F6-B498-43B3-948B-1728B52AA6E4}">
                <adec:decorative xmlns:adec="http://schemas.microsoft.com/office/drawing/2017/decorative" val="1"/>
              </a:ext>
            </a:extLst>
          </p:cNvPr>
          <p:cNvCxnSpPr/>
          <p:nvPr/>
        </p:nvCxnSpPr>
        <p:spPr>
          <a:xfrm>
            <a:off x="0" y="4729320"/>
            <a:ext cx="9144360" cy="360"/>
          </a:xfrm>
          <a:prstGeom prst="straightConnector1">
            <a:avLst/>
          </a:prstGeom>
          <a:ln w="12700">
            <a:solidFill>
              <a:srgbClr val="72777A"/>
            </a:solidFill>
          </a:ln>
        </p:spPr>
      </p:cxnSp>
      <p:sp>
        <p:nvSpPr>
          <p:cNvPr id="19" name="PlaceHolder 4">
            <a:extLst>
              <a:ext uri="{C183D7F6-B498-43B3-948B-1728B52AA6E4}">
                <adec:decorative xmlns:adec="http://schemas.microsoft.com/office/drawing/2017/decorative" val="1"/>
              </a:ext>
            </a:extLst>
          </p:cNvPr>
          <p:cNvSpPr>
            <a:spLocks noGrp="1"/>
          </p:cNvSpPr>
          <p:nvPr>
            <p:ph type="ftr" idx="3"/>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&lt;footer&gt;</a:t>
            </a:r>
            <a:endParaRPr lang="en-US" sz="750" b="0" u="none" strike="noStrike">
              <a:solidFill>
                <a:srgbClr val="000000"/>
              </a:solidFill>
              <a:effectLst/>
              <a:uFillTx/>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4"/>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ACAF7FFE-FABD-4525-9F29-65C089427695}"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pic>
        <p:nvPicPr>
          <p:cNvPr id="21" name="Grafik 11">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4704480"/>
            <a:ext cx="696600" cy="438840"/>
          </a:xfrm>
          <a:prstGeom prst="rect">
            <a:avLst/>
          </a:prstGeom>
          <a:noFill/>
          <a:ln w="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SFOLIE 01 Blau">
    <p:bg>
      <p:bgPr>
        <a:solidFill>
          <a:srgbClr val="FFFFFF"/>
        </a:solidFill>
      </p:bgPr>
    </p:bg>
    <p:spTree>
      <p:nvGrpSpPr>
        <p:cNvPr id="1" name=""/>
        <p:cNvGrpSpPr/>
        <p:nvPr/>
      </p:nvGrpSpPr>
      <p:grpSpPr>
        <a:xfrm>
          <a:off x="0" y="0"/>
          <a:ext cx="0" cy="0"/>
          <a:chOff x="0" y="0"/>
          <a:chExt cx="0" cy="0"/>
        </a:xfrm>
      </p:grpSpPr>
      <p:sp>
        <p:nvSpPr>
          <p:cNvPr id="22" name="Rechteck 10">
            <a:extLst>
              <a:ext uri="{C183D7F6-B498-43B3-948B-1728B52AA6E4}">
                <adec:decorative xmlns:adec="http://schemas.microsoft.com/office/drawing/2017/decorative" val="1"/>
              </a:ext>
            </a:extLst>
          </p:cNvPr>
          <p:cNvSpPr/>
          <p:nvPr/>
        </p:nvSpPr>
        <p:spPr>
          <a:xfrm>
            <a:off x="0" y="0"/>
            <a:ext cx="9143640" cy="4728960"/>
          </a:xfrm>
          <a:prstGeom prst="rect">
            <a:avLst/>
          </a:prstGeom>
          <a:solidFill>
            <a:srgbClr val="005A96"/>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de-AT" sz="1350" b="0" u="none" strike="noStrike">
              <a:solidFill>
                <a:schemeClr val="lt1"/>
              </a:solidFill>
              <a:effectLst/>
              <a:uFillTx/>
              <a:latin typeface="Arial"/>
            </a:endParaRPr>
          </a:p>
        </p:txBody>
      </p:sp>
      <p:sp>
        <p:nvSpPr>
          <p:cNvPr id="23" name="PlaceHolder 1"/>
          <p:cNvSpPr>
            <a:spLocks noGrp="1"/>
          </p:cNvSpPr>
          <p:nvPr>
            <p:ph type="title" hasCustomPrompt="1"/>
          </p:nvPr>
        </p:nvSpPr>
        <p:spPr>
          <a:xfrm>
            <a:off x="180000" y="114480"/>
            <a:ext cx="8758080" cy="438840"/>
          </a:xfrm>
          <a:prstGeom prst="rect">
            <a:avLst/>
          </a:prstGeom>
          <a:noFill/>
          <a:ln w="0">
            <a:noFill/>
          </a:ln>
        </p:spPr>
        <p:txBody>
          <a:bodyPr lIns="91440" tIns="45720" rIns="91440" bIns="45720" anchor="t">
            <a:normAutofit fontScale="47500" lnSpcReduction="19999"/>
          </a:bodyPr>
          <a:lstStyle>
            <a:lvl1pPr indent="0" algn="l" defTabSz="685800">
              <a:lnSpc>
                <a:spcPct val="90000"/>
              </a:lnSpc>
              <a:buNone/>
              <a:defRPr lang="de-DE" sz="2700" b="1" u="none" strike="noStrike">
                <a:solidFill>
                  <a:schemeClr val="lt1"/>
                </a:solidFill>
                <a:effectLst/>
                <a:uFillTx/>
                <a:latin typeface="Arial"/>
              </a:defRPr>
            </a:lvl1pPr>
          </a:lstStyle>
          <a:p>
            <a:pPr indent="0" algn="l" defTabSz="685800">
              <a:lnSpc>
                <a:spcPct val="90000"/>
              </a:lnSpc>
              <a:buNone/>
            </a:pPr>
            <a:r>
              <a:rPr lang="de-DE" sz="2700" b="1" u="none" strike="noStrike">
                <a:solidFill>
                  <a:schemeClr val="lt1"/>
                </a:solidFill>
                <a:effectLst/>
                <a:uFillTx/>
                <a:latin typeface="Arial"/>
              </a:rPr>
              <a:t>Folien Überschrift 1 (Arial Bold, 36pt)</a:t>
            </a:r>
            <a:br>
              <a:rPr sz="2700"/>
            </a:br>
            <a:endParaRPr lang="de-DE" sz="2700" b="1" u="none" strike="noStrike">
              <a:solidFill>
                <a:schemeClr val="lt1"/>
              </a:solidFill>
              <a:effectLst/>
              <a:uFillTx/>
              <a:latin typeface="Arial"/>
            </a:endParaRPr>
          </a:p>
        </p:txBody>
      </p:sp>
      <p:sp>
        <p:nvSpPr>
          <p:cNvPr id="24" name="PlaceHolder 2"/>
          <p:cNvSpPr>
            <a:spLocks noGrp="1"/>
          </p:cNvSpPr>
          <p:nvPr>
            <p:ph type="body"/>
          </p:nvPr>
        </p:nvSpPr>
        <p:spPr>
          <a:xfrm>
            <a:off x="180000" y="607680"/>
            <a:ext cx="876852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FFFFFF"/>
              </a:buClr>
              <a:buFont typeface="Arial"/>
              <a:buChar char="•"/>
              <a:defRPr lang="en-US" sz="2100" b="0" u="none" strike="noStrike">
                <a:solidFill>
                  <a:schemeClr val="lt2"/>
                </a:solidFill>
                <a:effectLst/>
                <a:uFillTx/>
                <a:latin typeface="Arial"/>
              </a:defRPr>
            </a:lvl1pPr>
            <a:lvl2pPr lvl="1" algn="l" defTabSz="685800">
              <a:lnSpc>
                <a:spcPct val="90000"/>
              </a:lnSpc>
              <a:spcBef>
                <a:spcPts val="374"/>
              </a:spcBef>
              <a:spcAft>
                <a:spcPts val="374"/>
              </a:spcAft>
              <a:buClr>
                <a:srgbClr val="FFFFFF"/>
              </a:buClr>
              <a:buFont typeface="Arial"/>
              <a:buChar char="•"/>
              <a:defRPr lang="en-US" sz="1800" b="0" u="none" strike="noStrike">
                <a:solidFill>
                  <a:schemeClr val="lt2"/>
                </a:solidFill>
                <a:effectLst/>
                <a:uFillTx/>
                <a:latin typeface="Arial"/>
              </a:defRPr>
            </a:lvl2pPr>
            <a:lvl3pPr lvl="2" algn="l" defTabSz="685800">
              <a:lnSpc>
                <a:spcPct val="90000"/>
              </a:lnSpc>
              <a:spcBef>
                <a:spcPts val="374"/>
              </a:spcBef>
              <a:spcAft>
                <a:spcPts val="374"/>
              </a:spcAft>
              <a:buClr>
                <a:srgbClr val="FFFFFF"/>
              </a:buClr>
              <a:buFont typeface="Symbol" charset="2"/>
              <a:buChar char=""/>
              <a:defRPr lang="en-US" sz="1350" b="0" u="none" strike="noStrike">
                <a:solidFill>
                  <a:schemeClr val="lt2"/>
                </a:solidFill>
                <a:effectLst/>
                <a:uFillTx/>
                <a:latin typeface="Arial"/>
              </a:defRPr>
            </a:lvl3pPr>
            <a:lvl4pPr lvl="3" algn="l" defTabSz="685800">
              <a:lnSpc>
                <a:spcPct val="90000"/>
              </a:lnSpc>
              <a:spcBef>
                <a:spcPts val="374"/>
              </a:spcBef>
              <a:buClr>
                <a:srgbClr val="FFFFFF"/>
              </a:buClr>
              <a:buFont typeface="Symbol" charset="2"/>
              <a:buChar char=""/>
              <a:defRPr lang="en-US" sz="1200" b="0" u="none" strike="noStrike">
                <a:solidFill>
                  <a:schemeClr val="lt2"/>
                </a:solidFill>
                <a:effectLst/>
                <a:uFillTx/>
                <a:latin typeface="Arial"/>
              </a:defRPr>
            </a:lvl4pPr>
            <a:lvl5pPr lvl="4" algn="l" defTabSz="685800">
              <a:lnSpc>
                <a:spcPct val="90000"/>
              </a:lnSpc>
              <a:spcBef>
                <a:spcPts val="374"/>
              </a:spcBef>
              <a:buClr>
                <a:srgbClr val="FFFFFF"/>
              </a:buClr>
              <a:buFont typeface="Arial"/>
              <a:buChar char="•"/>
              <a:defRPr lang="en-US" sz="1050" b="0" u="none" strike="noStrike">
                <a:solidFill>
                  <a:schemeClr val="lt2"/>
                </a:solidFill>
                <a:effectLst/>
                <a:uFillTx/>
                <a:latin typeface="Arial"/>
              </a:defRPr>
            </a:lvl5pPr>
          </a:lstStyle>
          <a:p>
            <a:pPr marL="171360" indent="-171360" algn="l" defTabSz="685800">
              <a:lnSpc>
                <a:spcPct val="90000"/>
              </a:lnSpc>
              <a:spcBef>
                <a:spcPts val="374"/>
              </a:spcBef>
              <a:spcAft>
                <a:spcPts val="374"/>
              </a:spcAft>
              <a:buClr>
                <a:srgbClr val="FFFFFF"/>
              </a:buClr>
              <a:buFont typeface="Arial"/>
              <a:buChar char="•"/>
            </a:pPr>
            <a:r>
              <a:rPr lang="en-US" sz="2100" b="0" u="none" strike="noStrike">
                <a:solidFill>
                  <a:schemeClr val="lt2"/>
                </a:solidFill>
                <a:effectLst/>
                <a:uFillTx/>
                <a:latin typeface="Arial"/>
              </a:rPr>
              <a:t>Click to edit Master text styles</a:t>
            </a:r>
            <a:endParaRPr lang="de-DE" sz="2100" b="0" u="none" strike="noStrike">
              <a:solidFill>
                <a:schemeClr val="lt2"/>
              </a:solidFill>
              <a:effectLst/>
              <a:uFillTx/>
              <a:latin typeface="Arial"/>
            </a:endParaRPr>
          </a:p>
          <a:p>
            <a:pPr marL="514440" lvl="1" indent="-171360" algn="l" defTabSz="685800">
              <a:lnSpc>
                <a:spcPct val="90000"/>
              </a:lnSpc>
              <a:spcBef>
                <a:spcPts val="374"/>
              </a:spcBef>
              <a:spcAft>
                <a:spcPts val="374"/>
              </a:spcAft>
              <a:buClr>
                <a:srgbClr val="FFFFFF"/>
              </a:buClr>
              <a:buFont typeface="Arial"/>
              <a:buChar char="•"/>
            </a:pPr>
            <a:r>
              <a:rPr lang="en-US" sz="1800" b="0" u="none" strike="noStrike">
                <a:solidFill>
                  <a:schemeClr val="lt2"/>
                </a:solidFill>
                <a:effectLst/>
                <a:uFillTx/>
                <a:latin typeface="Arial"/>
              </a:rPr>
              <a:t>Second level</a:t>
            </a:r>
            <a:endParaRPr lang="de-DE" sz="1800" b="0" u="none" strike="noStrike">
              <a:solidFill>
                <a:schemeClr val="lt2"/>
              </a:solidFill>
              <a:effectLst/>
              <a:uFillTx/>
              <a:latin typeface="Arial"/>
            </a:endParaRPr>
          </a:p>
          <a:p>
            <a:pPr marL="857160" lvl="2" indent="-171360" algn="l" defTabSz="685800">
              <a:lnSpc>
                <a:spcPct val="90000"/>
              </a:lnSpc>
              <a:spcBef>
                <a:spcPts val="374"/>
              </a:spcBef>
              <a:spcAft>
                <a:spcPts val="374"/>
              </a:spcAft>
              <a:buClr>
                <a:srgbClr val="FFFFFF"/>
              </a:buClr>
              <a:buFont typeface="Symbol" charset="2"/>
              <a:buChar char=""/>
            </a:pPr>
            <a:r>
              <a:rPr lang="en-US" sz="1350" b="0" u="none" strike="noStrike">
                <a:solidFill>
                  <a:schemeClr val="lt2"/>
                </a:solidFill>
                <a:effectLst/>
                <a:uFillTx/>
                <a:latin typeface="Arial"/>
              </a:rPr>
              <a:t>Third level</a:t>
            </a:r>
            <a:endParaRPr lang="de-DE" sz="1350" b="0" u="none" strike="noStrike">
              <a:solidFill>
                <a:schemeClr val="lt2"/>
              </a:solidFill>
              <a:effectLst/>
              <a:uFillTx/>
              <a:latin typeface="Arial"/>
            </a:endParaRPr>
          </a:p>
          <a:p>
            <a:pPr marL="1285920" lvl="3" indent="-171360" algn="l" defTabSz="685800">
              <a:lnSpc>
                <a:spcPct val="90000"/>
              </a:lnSpc>
              <a:spcBef>
                <a:spcPts val="374"/>
              </a:spcBef>
              <a:buClr>
                <a:srgbClr val="FFFFFF"/>
              </a:buClr>
              <a:buFont typeface="Symbol" charset="2"/>
              <a:buChar char=""/>
            </a:pPr>
            <a:r>
              <a:rPr lang="en-US" sz="1200" b="0" u="none" strike="noStrike">
                <a:solidFill>
                  <a:schemeClr val="lt2"/>
                </a:solidFill>
                <a:effectLst/>
                <a:uFillTx/>
                <a:latin typeface="Arial"/>
              </a:rPr>
              <a:t>Fourth level</a:t>
            </a:r>
            <a:endParaRPr lang="de-DE" sz="1200" b="0" u="none" strike="noStrike">
              <a:solidFill>
                <a:schemeClr val="lt2"/>
              </a:solidFill>
              <a:effectLst/>
              <a:uFillTx/>
              <a:latin typeface="Arial"/>
            </a:endParaRPr>
          </a:p>
          <a:p>
            <a:pPr marL="1542960" lvl="4" indent="-171360" algn="l" defTabSz="685800">
              <a:lnSpc>
                <a:spcPct val="90000"/>
              </a:lnSpc>
              <a:spcBef>
                <a:spcPts val="374"/>
              </a:spcBef>
              <a:buClr>
                <a:srgbClr val="FFFFFF"/>
              </a:buClr>
              <a:buFont typeface="Arial"/>
              <a:buChar char="•"/>
            </a:pPr>
            <a:r>
              <a:rPr lang="en-US" sz="1050" b="0" u="none" strike="noStrike">
                <a:solidFill>
                  <a:schemeClr val="lt2"/>
                </a:solidFill>
                <a:effectLst/>
                <a:uFillTx/>
                <a:latin typeface="Arial"/>
              </a:rPr>
              <a:t>Fifth level</a:t>
            </a:r>
            <a:endParaRPr lang="de-DE" sz="1050" b="0" u="none" strike="noStrike">
              <a:solidFill>
                <a:schemeClr val="lt2"/>
              </a:solidFill>
              <a:effectLst/>
              <a:uFillTx/>
              <a:latin typeface="Arial"/>
            </a:endParaRPr>
          </a:p>
        </p:txBody>
      </p:sp>
      <p:cxnSp>
        <p:nvCxnSpPr>
          <p:cNvPr id="25" name="Gerader Verbinder 12">
            <a:extLst>
              <a:ext uri="{C183D7F6-B498-43B3-948B-1728B52AA6E4}">
                <adec:decorative xmlns:adec="http://schemas.microsoft.com/office/drawing/2017/decorative" val="1"/>
              </a:ext>
            </a:extLst>
          </p:cNvPr>
          <p:cNvCxnSpPr/>
          <p:nvPr/>
        </p:nvCxnSpPr>
        <p:spPr>
          <a:xfrm>
            <a:off x="8555040" y="4767480"/>
            <a:ext cx="360" cy="334080"/>
          </a:xfrm>
          <a:prstGeom prst="straightConnector1">
            <a:avLst/>
          </a:prstGeom>
          <a:ln w="12700">
            <a:solidFill>
              <a:srgbClr val="FFFFFF">
                <a:lumMod val="65000"/>
              </a:srgbClr>
            </a:solidFill>
          </a:ln>
        </p:spPr>
      </p:cxnSp>
      <p:cxnSp>
        <p:nvCxnSpPr>
          <p:cNvPr id="26" name="Gerader Verbinder 23">
            <a:extLst>
              <a:ext uri="{C183D7F6-B498-43B3-948B-1728B52AA6E4}">
                <adec:decorative xmlns:adec="http://schemas.microsoft.com/office/drawing/2017/decorative" val="1"/>
              </a:ext>
            </a:extLst>
          </p:cNvPr>
          <p:cNvCxnSpPr/>
          <p:nvPr/>
        </p:nvCxnSpPr>
        <p:spPr>
          <a:xfrm>
            <a:off x="0" y="4729320"/>
            <a:ext cx="9144360" cy="360"/>
          </a:xfrm>
          <a:prstGeom prst="straightConnector1">
            <a:avLst/>
          </a:prstGeom>
          <a:ln w="12700">
            <a:solidFill>
              <a:srgbClr val="72777A"/>
            </a:solidFill>
          </a:ln>
        </p:spPr>
      </p:cxnSp>
      <p:sp>
        <p:nvSpPr>
          <p:cNvPr id="27" name="PlaceHolder 3">
            <a:extLst>
              <a:ext uri="{C183D7F6-B498-43B3-948B-1728B52AA6E4}">
                <adec:decorative xmlns:adec="http://schemas.microsoft.com/office/drawing/2017/decorative" val="1"/>
              </a:ext>
            </a:extLst>
          </p:cNvPr>
          <p:cNvSpPr>
            <a:spLocks noGrp="1"/>
          </p:cNvSpPr>
          <p:nvPr>
            <p:ph type="ftr" idx="5"/>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&lt;footer&gt;</a:t>
            </a:r>
            <a:endParaRPr lang="en-US" sz="750" b="0" u="none" strike="noStrike">
              <a:solidFill>
                <a:srgbClr val="000000"/>
              </a:solidFill>
              <a:effectLst/>
              <a:uFillTx/>
              <a:latin typeface="Times New Roman"/>
            </a:endParaRPr>
          </a:p>
        </p:txBody>
      </p:sp>
      <p:sp>
        <p:nvSpPr>
          <p:cNvPr id="28" name="PlaceHolder 4">
            <a:extLst>
              <a:ext uri="{C183D7F6-B498-43B3-948B-1728B52AA6E4}">
                <adec:decorative xmlns:adec="http://schemas.microsoft.com/office/drawing/2017/decorative" val="1"/>
              </a:ext>
            </a:extLst>
          </p:cNvPr>
          <p:cNvSpPr>
            <a:spLocks noGrp="1"/>
          </p:cNvSpPr>
          <p:nvPr>
            <p:ph type="sldNum" idx="6"/>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D6EF4D8D-CCF1-4399-A2D6-6ABBFFE4781E}"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pic>
        <p:nvPicPr>
          <p:cNvPr id="29" name="Grafik 11">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4704480"/>
            <a:ext cx="696600" cy="438840"/>
          </a:xfrm>
          <a:prstGeom prst="rect">
            <a:avLst/>
          </a:prstGeom>
          <a:noFill/>
          <a:ln w="0">
            <a:noFill/>
          </a:ln>
        </p:spPr>
      </p:pic>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SFOLIE 02 Blau">
    <p:bg>
      <p:bgPr>
        <a:solidFill>
          <a:srgbClr val="FFFFFF"/>
        </a:solidFill>
      </p:bgPr>
    </p:bg>
    <p:spTree>
      <p:nvGrpSpPr>
        <p:cNvPr id="1" name=""/>
        <p:cNvGrpSpPr/>
        <p:nvPr/>
      </p:nvGrpSpPr>
      <p:grpSpPr>
        <a:xfrm>
          <a:off x="0" y="0"/>
          <a:ext cx="0" cy="0"/>
          <a:chOff x="0" y="0"/>
          <a:chExt cx="0" cy="0"/>
        </a:xfrm>
      </p:grpSpPr>
      <p:sp>
        <p:nvSpPr>
          <p:cNvPr id="30" name="Rechteck 10">
            <a:extLst>
              <a:ext uri="{C183D7F6-B498-43B3-948B-1728B52AA6E4}">
                <adec:decorative xmlns:adec="http://schemas.microsoft.com/office/drawing/2017/decorative" val="1"/>
              </a:ext>
            </a:extLst>
          </p:cNvPr>
          <p:cNvSpPr/>
          <p:nvPr/>
        </p:nvSpPr>
        <p:spPr>
          <a:xfrm>
            <a:off x="0" y="0"/>
            <a:ext cx="9143640" cy="4728960"/>
          </a:xfrm>
          <a:prstGeom prst="rect">
            <a:avLst/>
          </a:prstGeom>
          <a:solidFill>
            <a:srgbClr val="005A96"/>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de-AT" sz="1350" b="0" u="none" strike="noStrike">
              <a:solidFill>
                <a:schemeClr val="lt1"/>
              </a:solidFill>
              <a:effectLst/>
              <a:uFillTx/>
              <a:latin typeface="Arial"/>
            </a:endParaRPr>
          </a:p>
        </p:txBody>
      </p:sp>
      <p:sp>
        <p:nvSpPr>
          <p:cNvPr id="31" name="PlaceHolder 1"/>
          <p:cNvSpPr>
            <a:spLocks noGrp="1"/>
          </p:cNvSpPr>
          <p:nvPr>
            <p:ph type="title" hasCustomPrompt="1"/>
          </p:nvPr>
        </p:nvSpPr>
        <p:spPr>
          <a:xfrm>
            <a:off x="180000" y="114480"/>
            <a:ext cx="8783640" cy="438840"/>
          </a:xfrm>
          <a:prstGeom prst="rect">
            <a:avLst/>
          </a:prstGeom>
          <a:noFill/>
          <a:ln w="0">
            <a:noFill/>
          </a:ln>
        </p:spPr>
        <p:txBody>
          <a:bodyPr lIns="91440" tIns="45720" rIns="91440" bIns="45720" anchor="t">
            <a:normAutofit fontScale="47500" lnSpcReduction="19999"/>
          </a:bodyPr>
          <a:lstStyle>
            <a:lvl1pPr indent="0" algn="l" defTabSz="685800">
              <a:lnSpc>
                <a:spcPct val="90000"/>
              </a:lnSpc>
              <a:buNone/>
              <a:defRPr lang="de-DE" sz="2700" b="1" u="none" strike="noStrike">
                <a:solidFill>
                  <a:schemeClr val="lt1"/>
                </a:solidFill>
                <a:effectLst/>
                <a:uFillTx/>
                <a:latin typeface="Arial"/>
              </a:defRPr>
            </a:lvl1pPr>
          </a:lstStyle>
          <a:p>
            <a:pPr indent="0" algn="l" defTabSz="685800">
              <a:lnSpc>
                <a:spcPct val="90000"/>
              </a:lnSpc>
              <a:buNone/>
            </a:pPr>
            <a:r>
              <a:rPr lang="de-DE" sz="2700" b="1" u="none" strike="noStrike">
                <a:solidFill>
                  <a:schemeClr val="lt1"/>
                </a:solidFill>
                <a:effectLst/>
                <a:uFillTx/>
                <a:latin typeface="Arial"/>
              </a:rPr>
              <a:t>Folien Überschrift 1 (Arial Bold, 36pt)</a:t>
            </a:r>
            <a:br>
              <a:rPr sz="2700"/>
            </a:br>
            <a:endParaRPr lang="de-DE" sz="2700" b="1" u="none" strike="noStrike">
              <a:solidFill>
                <a:schemeClr val="lt1"/>
              </a:solidFill>
              <a:effectLst/>
              <a:uFillTx/>
              <a:latin typeface="Arial"/>
            </a:endParaRPr>
          </a:p>
        </p:txBody>
      </p:sp>
      <p:sp>
        <p:nvSpPr>
          <p:cNvPr id="32" name="PlaceHolder 2"/>
          <p:cNvSpPr>
            <a:spLocks noGrp="1"/>
          </p:cNvSpPr>
          <p:nvPr>
            <p:ph type="body"/>
          </p:nvPr>
        </p:nvSpPr>
        <p:spPr>
          <a:xfrm>
            <a:off x="179280" y="607680"/>
            <a:ext cx="431964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FFFFFF"/>
              </a:buClr>
              <a:buFont typeface="Arial"/>
              <a:buChar char="•"/>
              <a:defRPr lang="en-US" sz="2100" b="0" u="none" strike="noStrike">
                <a:solidFill>
                  <a:schemeClr val="lt2"/>
                </a:solidFill>
                <a:effectLst/>
                <a:uFillTx/>
                <a:latin typeface="Arial"/>
              </a:defRPr>
            </a:lvl1pPr>
            <a:lvl2pPr lvl="1" algn="l" defTabSz="685800">
              <a:lnSpc>
                <a:spcPct val="90000"/>
              </a:lnSpc>
              <a:spcBef>
                <a:spcPts val="374"/>
              </a:spcBef>
              <a:spcAft>
                <a:spcPts val="374"/>
              </a:spcAft>
              <a:buClr>
                <a:srgbClr val="FFFFFF"/>
              </a:buClr>
              <a:buFont typeface="Arial"/>
              <a:buChar char="•"/>
              <a:defRPr lang="en-US" sz="1800" b="0" u="none" strike="noStrike">
                <a:solidFill>
                  <a:schemeClr val="lt2"/>
                </a:solidFill>
                <a:effectLst/>
                <a:uFillTx/>
                <a:latin typeface="Arial"/>
              </a:defRPr>
            </a:lvl2pPr>
            <a:lvl3pPr lvl="2" algn="l" defTabSz="685800">
              <a:lnSpc>
                <a:spcPct val="90000"/>
              </a:lnSpc>
              <a:spcBef>
                <a:spcPts val="374"/>
              </a:spcBef>
              <a:spcAft>
                <a:spcPts val="374"/>
              </a:spcAft>
              <a:buClr>
                <a:srgbClr val="FFFFFF"/>
              </a:buClr>
              <a:buFont typeface="Symbol" charset="2"/>
              <a:buChar char=""/>
              <a:defRPr lang="en-US" sz="1350" b="0" u="none" strike="noStrike">
                <a:solidFill>
                  <a:schemeClr val="lt2"/>
                </a:solidFill>
                <a:effectLst/>
                <a:uFillTx/>
                <a:latin typeface="Arial"/>
              </a:defRPr>
            </a:lvl3pPr>
            <a:lvl4pPr lvl="3" algn="l" defTabSz="685800">
              <a:lnSpc>
                <a:spcPct val="90000"/>
              </a:lnSpc>
              <a:spcBef>
                <a:spcPts val="374"/>
              </a:spcBef>
              <a:buClr>
                <a:srgbClr val="FFFFFF"/>
              </a:buClr>
              <a:buFont typeface="Symbol" charset="2"/>
              <a:buChar char=""/>
              <a:defRPr lang="en-US" sz="1200" b="0" u="none" strike="noStrike">
                <a:solidFill>
                  <a:schemeClr val="lt2"/>
                </a:solidFill>
                <a:effectLst/>
                <a:uFillTx/>
                <a:latin typeface="Arial"/>
              </a:defRPr>
            </a:lvl4pPr>
            <a:lvl5pPr lvl="4" algn="l" defTabSz="685800">
              <a:lnSpc>
                <a:spcPct val="90000"/>
              </a:lnSpc>
              <a:spcBef>
                <a:spcPts val="374"/>
              </a:spcBef>
              <a:buClr>
                <a:srgbClr val="FFFFFF"/>
              </a:buClr>
              <a:buFont typeface="Arial"/>
              <a:buChar char="•"/>
              <a:defRPr lang="en-US" sz="1050" b="0" u="none" strike="noStrike">
                <a:solidFill>
                  <a:schemeClr val="lt2"/>
                </a:solidFill>
                <a:effectLst/>
                <a:uFillTx/>
                <a:latin typeface="Arial"/>
              </a:defRPr>
            </a:lvl5pPr>
          </a:lstStyle>
          <a:p>
            <a:pPr marL="171360" indent="-171360" algn="l" defTabSz="685800">
              <a:lnSpc>
                <a:spcPct val="90000"/>
              </a:lnSpc>
              <a:spcBef>
                <a:spcPts val="374"/>
              </a:spcBef>
              <a:spcAft>
                <a:spcPts val="374"/>
              </a:spcAft>
              <a:buClr>
                <a:srgbClr val="FFFFFF"/>
              </a:buClr>
              <a:buFont typeface="Arial"/>
              <a:buChar char="•"/>
            </a:pPr>
            <a:r>
              <a:rPr lang="en-US" sz="2100" b="0" u="none" strike="noStrike">
                <a:solidFill>
                  <a:schemeClr val="lt2"/>
                </a:solidFill>
                <a:effectLst/>
                <a:uFillTx/>
                <a:latin typeface="Arial"/>
              </a:rPr>
              <a:t>Click to edit Master text styles</a:t>
            </a:r>
            <a:endParaRPr lang="de-DE" sz="2100" b="0" u="none" strike="noStrike">
              <a:solidFill>
                <a:schemeClr val="lt2"/>
              </a:solidFill>
              <a:effectLst/>
              <a:uFillTx/>
              <a:latin typeface="Arial"/>
            </a:endParaRPr>
          </a:p>
          <a:p>
            <a:pPr marL="514440" lvl="1" indent="-171360" algn="l" defTabSz="685800">
              <a:lnSpc>
                <a:spcPct val="90000"/>
              </a:lnSpc>
              <a:spcBef>
                <a:spcPts val="374"/>
              </a:spcBef>
              <a:spcAft>
                <a:spcPts val="374"/>
              </a:spcAft>
              <a:buClr>
                <a:srgbClr val="FFFFFF"/>
              </a:buClr>
              <a:buFont typeface="Arial"/>
              <a:buChar char="•"/>
            </a:pPr>
            <a:r>
              <a:rPr lang="en-US" sz="1800" b="0" u="none" strike="noStrike">
                <a:solidFill>
                  <a:schemeClr val="lt2"/>
                </a:solidFill>
                <a:effectLst/>
                <a:uFillTx/>
                <a:latin typeface="Arial"/>
              </a:rPr>
              <a:t>Second level</a:t>
            </a:r>
            <a:endParaRPr lang="de-DE" sz="1800" b="0" u="none" strike="noStrike">
              <a:solidFill>
                <a:schemeClr val="lt2"/>
              </a:solidFill>
              <a:effectLst/>
              <a:uFillTx/>
              <a:latin typeface="Arial"/>
            </a:endParaRPr>
          </a:p>
          <a:p>
            <a:pPr marL="857160" lvl="2" indent="-171360" algn="l" defTabSz="685800">
              <a:lnSpc>
                <a:spcPct val="90000"/>
              </a:lnSpc>
              <a:spcBef>
                <a:spcPts val="374"/>
              </a:spcBef>
              <a:spcAft>
                <a:spcPts val="374"/>
              </a:spcAft>
              <a:buClr>
                <a:srgbClr val="FFFFFF"/>
              </a:buClr>
              <a:buFont typeface="Symbol" charset="2"/>
              <a:buChar char=""/>
            </a:pPr>
            <a:r>
              <a:rPr lang="en-US" sz="1350" b="0" u="none" strike="noStrike">
                <a:solidFill>
                  <a:schemeClr val="lt2"/>
                </a:solidFill>
                <a:effectLst/>
                <a:uFillTx/>
                <a:latin typeface="Arial"/>
              </a:rPr>
              <a:t>Third level</a:t>
            </a:r>
            <a:endParaRPr lang="de-DE" sz="1350" b="0" u="none" strike="noStrike">
              <a:solidFill>
                <a:schemeClr val="lt2"/>
              </a:solidFill>
              <a:effectLst/>
              <a:uFillTx/>
              <a:latin typeface="Arial"/>
            </a:endParaRPr>
          </a:p>
          <a:p>
            <a:pPr marL="1285920" lvl="3" indent="-171360" algn="l" defTabSz="685800">
              <a:lnSpc>
                <a:spcPct val="90000"/>
              </a:lnSpc>
              <a:spcBef>
                <a:spcPts val="374"/>
              </a:spcBef>
              <a:buClr>
                <a:srgbClr val="FFFFFF"/>
              </a:buClr>
              <a:buFont typeface="Symbol" charset="2"/>
              <a:buChar char=""/>
            </a:pPr>
            <a:r>
              <a:rPr lang="en-US" sz="1200" b="0" u="none" strike="noStrike">
                <a:solidFill>
                  <a:schemeClr val="lt2"/>
                </a:solidFill>
                <a:effectLst/>
                <a:uFillTx/>
                <a:latin typeface="Arial"/>
              </a:rPr>
              <a:t>Fourth level</a:t>
            </a:r>
            <a:endParaRPr lang="de-DE" sz="1200" b="0" u="none" strike="noStrike">
              <a:solidFill>
                <a:schemeClr val="lt2"/>
              </a:solidFill>
              <a:effectLst/>
              <a:uFillTx/>
              <a:latin typeface="Arial"/>
            </a:endParaRPr>
          </a:p>
          <a:p>
            <a:pPr marL="1542960" lvl="4" indent="-171360" algn="l" defTabSz="685800">
              <a:lnSpc>
                <a:spcPct val="90000"/>
              </a:lnSpc>
              <a:spcBef>
                <a:spcPts val="374"/>
              </a:spcBef>
              <a:buClr>
                <a:srgbClr val="FFFFFF"/>
              </a:buClr>
              <a:buFont typeface="Arial"/>
              <a:buChar char="•"/>
            </a:pPr>
            <a:r>
              <a:rPr lang="en-US" sz="1050" b="0" u="none" strike="noStrike">
                <a:solidFill>
                  <a:schemeClr val="lt2"/>
                </a:solidFill>
                <a:effectLst/>
                <a:uFillTx/>
                <a:latin typeface="Arial"/>
              </a:rPr>
              <a:t>Fifth level</a:t>
            </a:r>
            <a:endParaRPr lang="de-DE" sz="1050" b="0" u="none" strike="noStrike">
              <a:solidFill>
                <a:schemeClr val="lt2"/>
              </a:solidFill>
              <a:effectLst/>
              <a:uFillTx/>
              <a:latin typeface="Arial"/>
            </a:endParaRPr>
          </a:p>
        </p:txBody>
      </p:sp>
      <p:sp>
        <p:nvSpPr>
          <p:cNvPr id="33" name="PlaceHolder 3"/>
          <p:cNvSpPr>
            <a:spLocks noGrp="1"/>
          </p:cNvSpPr>
          <p:nvPr>
            <p:ph type="body"/>
          </p:nvPr>
        </p:nvSpPr>
        <p:spPr>
          <a:xfrm>
            <a:off x="4644000" y="607680"/>
            <a:ext cx="431964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FFFFFF"/>
              </a:buClr>
              <a:buFont typeface="Arial"/>
              <a:buChar char="•"/>
              <a:defRPr lang="en-US" sz="2100" b="0" u="none" strike="noStrike">
                <a:solidFill>
                  <a:schemeClr val="lt2"/>
                </a:solidFill>
                <a:effectLst/>
                <a:uFillTx/>
                <a:latin typeface="Arial"/>
              </a:defRPr>
            </a:lvl1pPr>
            <a:lvl2pPr lvl="1" algn="l" defTabSz="685800">
              <a:lnSpc>
                <a:spcPct val="90000"/>
              </a:lnSpc>
              <a:spcBef>
                <a:spcPts val="374"/>
              </a:spcBef>
              <a:spcAft>
                <a:spcPts val="374"/>
              </a:spcAft>
              <a:buClr>
                <a:srgbClr val="FFFFFF"/>
              </a:buClr>
              <a:buFont typeface="Arial"/>
              <a:buChar char="•"/>
              <a:defRPr lang="en-US" sz="1800" b="0" u="none" strike="noStrike">
                <a:solidFill>
                  <a:schemeClr val="lt2"/>
                </a:solidFill>
                <a:effectLst/>
                <a:uFillTx/>
                <a:latin typeface="Arial"/>
              </a:defRPr>
            </a:lvl2pPr>
            <a:lvl3pPr lvl="2" algn="l" defTabSz="685800">
              <a:lnSpc>
                <a:spcPct val="90000"/>
              </a:lnSpc>
              <a:spcBef>
                <a:spcPts val="374"/>
              </a:spcBef>
              <a:spcAft>
                <a:spcPts val="374"/>
              </a:spcAft>
              <a:buClr>
                <a:srgbClr val="FFFFFF"/>
              </a:buClr>
              <a:buFont typeface="Symbol" charset="2"/>
              <a:buChar char=""/>
              <a:defRPr lang="en-US" sz="1350" b="0" u="none" strike="noStrike">
                <a:solidFill>
                  <a:schemeClr val="lt2"/>
                </a:solidFill>
                <a:effectLst/>
                <a:uFillTx/>
                <a:latin typeface="Arial"/>
              </a:defRPr>
            </a:lvl3pPr>
            <a:lvl4pPr lvl="3" algn="l" defTabSz="685800">
              <a:lnSpc>
                <a:spcPct val="90000"/>
              </a:lnSpc>
              <a:spcBef>
                <a:spcPts val="374"/>
              </a:spcBef>
              <a:buClr>
                <a:srgbClr val="FFFFFF"/>
              </a:buClr>
              <a:buFont typeface="Symbol" charset="2"/>
              <a:buChar char=""/>
              <a:defRPr lang="en-US" sz="1200" b="0" u="none" strike="noStrike">
                <a:solidFill>
                  <a:schemeClr val="lt2"/>
                </a:solidFill>
                <a:effectLst/>
                <a:uFillTx/>
                <a:latin typeface="Arial"/>
              </a:defRPr>
            </a:lvl4pPr>
            <a:lvl5pPr lvl="4" algn="l" defTabSz="685800">
              <a:lnSpc>
                <a:spcPct val="90000"/>
              </a:lnSpc>
              <a:spcBef>
                <a:spcPts val="374"/>
              </a:spcBef>
              <a:buClr>
                <a:srgbClr val="FFFFFF"/>
              </a:buClr>
              <a:buFont typeface="Arial"/>
              <a:buChar char="•"/>
              <a:defRPr lang="en-US" sz="1050" b="0" u="none" strike="noStrike">
                <a:solidFill>
                  <a:schemeClr val="lt2"/>
                </a:solidFill>
                <a:effectLst/>
                <a:uFillTx/>
                <a:latin typeface="Arial"/>
              </a:defRPr>
            </a:lvl5pPr>
          </a:lstStyle>
          <a:p>
            <a:pPr marL="171360" indent="-171360" algn="l" defTabSz="685800">
              <a:lnSpc>
                <a:spcPct val="90000"/>
              </a:lnSpc>
              <a:spcBef>
                <a:spcPts val="374"/>
              </a:spcBef>
              <a:spcAft>
                <a:spcPts val="374"/>
              </a:spcAft>
              <a:buClr>
                <a:srgbClr val="FFFFFF"/>
              </a:buClr>
              <a:buFont typeface="Arial"/>
              <a:buChar char="•"/>
            </a:pPr>
            <a:r>
              <a:rPr lang="en-US" sz="2100" b="0" u="none" strike="noStrike">
                <a:solidFill>
                  <a:schemeClr val="lt2"/>
                </a:solidFill>
                <a:effectLst/>
                <a:uFillTx/>
                <a:latin typeface="Arial"/>
              </a:rPr>
              <a:t>Click to edit Master text styles</a:t>
            </a:r>
            <a:endParaRPr lang="de-DE" sz="2100" b="0" u="none" strike="noStrike">
              <a:solidFill>
                <a:schemeClr val="lt2"/>
              </a:solidFill>
              <a:effectLst/>
              <a:uFillTx/>
              <a:latin typeface="Arial"/>
            </a:endParaRPr>
          </a:p>
          <a:p>
            <a:pPr marL="514440" lvl="1" indent="-171360" algn="l" defTabSz="685800">
              <a:lnSpc>
                <a:spcPct val="90000"/>
              </a:lnSpc>
              <a:spcBef>
                <a:spcPts val="374"/>
              </a:spcBef>
              <a:spcAft>
                <a:spcPts val="374"/>
              </a:spcAft>
              <a:buClr>
                <a:srgbClr val="FFFFFF"/>
              </a:buClr>
              <a:buFont typeface="Arial"/>
              <a:buChar char="•"/>
            </a:pPr>
            <a:r>
              <a:rPr lang="en-US" sz="1800" b="0" u="none" strike="noStrike">
                <a:solidFill>
                  <a:schemeClr val="lt2"/>
                </a:solidFill>
                <a:effectLst/>
                <a:uFillTx/>
                <a:latin typeface="Arial"/>
              </a:rPr>
              <a:t>Second level</a:t>
            </a:r>
            <a:endParaRPr lang="de-DE" sz="1800" b="0" u="none" strike="noStrike">
              <a:solidFill>
                <a:schemeClr val="lt2"/>
              </a:solidFill>
              <a:effectLst/>
              <a:uFillTx/>
              <a:latin typeface="Arial"/>
            </a:endParaRPr>
          </a:p>
          <a:p>
            <a:pPr marL="857160" lvl="2" indent="-171360" algn="l" defTabSz="685800">
              <a:lnSpc>
                <a:spcPct val="90000"/>
              </a:lnSpc>
              <a:spcBef>
                <a:spcPts val="374"/>
              </a:spcBef>
              <a:spcAft>
                <a:spcPts val="374"/>
              </a:spcAft>
              <a:buClr>
                <a:srgbClr val="FFFFFF"/>
              </a:buClr>
              <a:buFont typeface="Symbol" charset="2"/>
              <a:buChar char=""/>
            </a:pPr>
            <a:r>
              <a:rPr lang="en-US" sz="1350" b="0" u="none" strike="noStrike">
                <a:solidFill>
                  <a:schemeClr val="lt2"/>
                </a:solidFill>
                <a:effectLst/>
                <a:uFillTx/>
                <a:latin typeface="Arial"/>
              </a:rPr>
              <a:t>Third level</a:t>
            </a:r>
            <a:endParaRPr lang="de-DE" sz="1350" b="0" u="none" strike="noStrike">
              <a:solidFill>
                <a:schemeClr val="lt2"/>
              </a:solidFill>
              <a:effectLst/>
              <a:uFillTx/>
              <a:latin typeface="Arial"/>
            </a:endParaRPr>
          </a:p>
          <a:p>
            <a:pPr marL="1285920" lvl="3" indent="-171360" algn="l" defTabSz="685800">
              <a:lnSpc>
                <a:spcPct val="90000"/>
              </a:lnSpc>
              <a:spcBef>
                <a:spcPts val="374"/>
              </a:spcBef>
              <a:buClr>
                <a:srgbClr val="FFFFFF"/>
              </a:buClr>
              <a:buFont typeface="Symbol" charset="2"/>
              <a:buChar char=""/>
            </a:pPr>
            <a:r>
              <a:rPr lang="en-US" sz="1200" b="0" u="none" strike="noStrike">
                <a:solidFill>
                  <a:schemeClr val="lt2"/>
                </a:solidFill>
                <a:effectLst/>
                <a:uFillTx/>
                <a:latin typeface="Arial"/>
              </a:rPr>
              <a:t>Fourth level</a:t>
            </a:r>
            <a:endParaRPr lang="de-DE" sz="1200" b="0" u="none" strike="noStrike">
              <a:solidFill>
                <a:schemeClr val="lt2"/>
              </a:solidFill>
              <a:effectLst/>
              <a:uFillTx/>
              <a:latin typeface="Arial"/>
            </a:endParaRPr>
          </a:p>
          <a:p>
            <a:pPr marL="1542960" lvl="4" indent="-171360" algn="l" defTabSz="685800">
              <a:lnSpc>
                <a:spcPct val="90000"/>
              </a:lnSpc>
              <a:spcBef>
                <a:spcPts val="374"/>
              </a:spcBef>
              <a:buClr>
                <a:srgbClr val="FFFFFF"/>
              </a:buClr>
              <a:buFont typeface="Arial"/>
              <a:buChar char="•"/>
            </a:pPr>
            <a:r>
              <a:rPr lang="en-US" sz="1050" b="0" u="none" strike="noStrike">
                <a:solidFill>
                  <a:schemeClr val="lt2"/>
                </a:solidFill>
                <a:effectLst/>
                <a:uFillTx/>
                <a:latin typeface="Arial"/>
              </a:rPr>
              <a:t>Fifth level</a:t>
            </a:r>
            <a:endParaRPr lang="de-DE" sz="1050" b="0" u="none" strike="noStrike">
              <a:solidFill>
                <a:schemeClr val="lt2"/>
              </a:solidFill>
              <a:effectLst/>
              <a:uFillTx/>
              <a:latin typeface="Arial"/>
            </a:endParaRPr>
          </a:p>
        </p:txBody>
      </p:sp>
      <p:cxnSp>
        <p:nvCxnSpPr>
          <p:cNvPr id="34" name="Gerader Verbinder 23">
            <a:extLst>
              <a:ext uri="{C183D7F6-B498-43B3-948B-1728B52AA6E4}">
                <adec:decorative xmlns:adec="http://schemas.microsoft.com/office/drawing/2017/decorative" val="1"/>
              </a:ext>
            </a:extLst>
          </p:cNvPr>
          <p:cNvCxnSpPr/>
          <p:nvPr/>
        </p:nvCxnSpPr>
        <p:spPr>
          <a:xfrm>
            <a:off x="0" y="4729320"/>
            <a:ext cx="9144360" cy="360"/>
          </a:xfrm>
          <a:prstGeom prst="straightConnector1">
            <a:avLst/>
          </a:prstGeom>
          <a:ln w="12700">
            <a:solidFill>
              <a:srgbClr val="72777A"/>
            </a:solidFill>
          </a:ln>
        </p:spPr>
      </p:cxnSp>
      <p:cxnSp>
        <p:nvCxnSpPr>
          <p:cNvPr id="35" name="Gerader Verbinder 14">
            <a:extLst>
              <a:ext uri="{C183D7F6-B498-43B3-948B-1728B52AA6E4}">
                <adec:decorative xmlns:adec="http://schemas.microsoft.com/office/drawing/2017/decorative" val="1"/>
              </a:ext>
            </a:extLst>
          </p:cNvPr>
          <p:cNvCxnSpPr/>
          <p:nvPr/>
        </p:nvCxnSpPr>
        <p:spPr>
          <a:xfrm>
            <a:off x="8555040" y="4767480"/>
            <a:ext cx="360" cy="334080"/>
          </a:xfrm>
          <a:prstGeom prst="straightConnector1">
            <a:avLst/>
          </a:prstGeom>
          <a:ln w="12700">
            <a:solidFill>
              <a:srgbClr val="FFFFFF">
                <a:lumMod val="65000"/>
              </a:srgbClr>
            </a:solidFill>
          </a:ln>
        </p:spPr>
      </p:cxnSp>
      <p:sp>
        <p:nvSpPr>
          <p:cNvPr id="36" name="PlaceHolder 4">
            <a:extLst>
              <a:ext uri="{C183D7F6-B498-43B3-948B-1728B52AA6E4}">
                <adec:decorative xmlns:adec="http://schemas.microsoft.com/office/drawing/2017/decorative" val="1"/>
              </a:ext>
            </a:extLst>
          </p:cNvPr>
          <p:cNvSpPr>
            <a:spLocks noGrp="1"/>
          </p:cNvSpPr>
          <p:nvPr>
            <p:ph type="ftr" idx="7"/>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&lt;footer&gt;</a:t>
            </a:r>
            <a:endParaRPr lang="en-US" sz="750" b="0" u="none" strike="noStrike">
              <a:solidFill>
                <a:srgbClr val="000000"/>
              </a:solidFill>
              <a:effectLst/>
              <a:uFillTx/>
              <a:latin typeface="Times New Roman"/>
            </a:endParaRPr>
          </a:p>
        </p:txBody>
      </p:sp>
      <p:sp>
        <p:nvSpPr>
          <p:cNvPr id="37" name="PlaceHolder 5">
            <a:extLst>
              <a:ext uri="{C183D7F6-B498-43B3-948B-1728B52AA6E4}">
                <adec:decorative xmlns:adec="http://schemas.microsoft.com/office/drawing/2017/decorative" val="1"/>
              </a:ext>
            </a:extLst>
          </p:cNvPr>
          <p:cNvSpPr>
            <a:spLocks noGrp="1"/>
          </p:cNvSpPr>
          <p:nvPr>
            <p:ph type="sldNum" idx="8"/>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B17BD780-8621-41D0-A516-85A418EE7237}"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pic>
        <p:nvPicPr>
          <p:cNvPr id="38" name="Grafik 11">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4704480"/>
            <a:ext cx="696600" cy="438840"/>
          </a:xfrm>
          <a:prstGeom prst="rect">
            <a:avLst/>
          </a:prstGeom>
          <a:noFill/>
          <a:ln w="0">
            <a:noFill/>
          </a:ln>
        </p:spPr>
      </p:pic>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Foto Technikum Nacht">
    <p:bg>
      <p:bgPr>
        <a:blipFill rotWithShape="0">
          <a:blip r:embed="rId2"/>
          <a:stretch/>
        </a:blipFill>
      </p:bgPr>
    </p:bg>
    <p:spTree>
      <p:nvGrpSpPr>
        <p:cNvPr id="1" name=""/>
        <p:cNvGrpSpPr/>
        <p:nvPr/>
      </p:nvGrpSpPr>
      <p:grpSpPr>
        <a:xfrm>
          <a:off x="0" y="0"/>
          <a:ext cx="0" cy="0"/>
          <a:chOff x="0" y="0"/>
          <a:chExt cx="0" cy="0"/>
        </a:xfrm>
      </p:grpSpPr>
      <p:sp>
        <p:nvSpPr>
          <p:cNvPr id="39" name="PlaceHolder 1"/>
          <p:cNvSpPr>
            <a:spLocks noGrp="1"/>
          </p:cNvSpPr>
          <p:nvPr>
            <p:ph type="title" hasCustomPrompt="1"/>
          </p:nvPr>
        </p:nvSpPr>
        <p:spPr>
          <a:xfrm>
            <a:off x="3133800" y="3599280"/>
            <a:ext cx="5860800" cy="438840"/>
          </a:xfrm>
          <a:prstGeom prst="rect">
            <a:avLst/>
          </a:prstGeom>
          <a:noFill/>
          <a:ln w="0">
            <a:noFill/>
          </a:ln>
        </p:spPr>
        <p:txBody>
          <a:bodyPr lIns="91440" tIns="45720" rIns="91440" bIns="45720" anchor="t">
            <a:noAutofit/>
          </a:bodyPr>
          <a:lstStyle>
            <a:lvl1pPr indent="0" algn="l" defTabSz="685800">
              <a:lnSpc>
                <a:spcPct val="90000"/>
              </a:lnSpc>
              <a:buNone/>
              <a:defRPr lang="de-DE" sz="2700" b="1" u="none" strike="noStrike">
                <a:solidFill>
                  <a:schemeClr val="lt1"/>
                </a:solidFill>
                <a:effectLst/>
                <a:highlight>
                  <a:srgbClr val="72777A"/>
                </a:highlight>
                <a:uFillTx/>
                <a:latin typeface="Arial"/>
              </a:defRPr>
            </a:lvl1pPr>
          </a:lstStyle>
          <a:p>
            <a:pPr indent="0" algn="l" defTabSz="685800">
              <a:lnSpc>
                <a:spcPct val="90000"/>
              </a:lnSpc>
              <a:buNone/>
            </a:pPr>
            <a:r>
              <a:rPr lang="de-DE" sz="2700" b="1" u="none" strike="noStrike">
                <a:solidFill>
                  <a:schemeClr val="lt1"/>
                </a:solidFill>
                <a:effectLst/>
                <a:highlight>
                  <a:srgbClr val="72777A"/>
                </a:highlight>
                <a:uFillTx/>
                <a:latin typeface="Arial"/>
              </a:rPr>
              <a:t>Titel</a:t>
            </a:r>
            <a:endParaRPr lang="de-DE" sz="2700" b="1" u="none" strike="noStrike">
              <a:solidFill>
                <a:schemeClr val="lt1"/>
              </a:solidFill>
              <a:effectLst/>
              <a:highlight>
                <a:srgbClr val="72777A"/>
              </a:highlight>
              <a:uFillTx/>
              <a:latin typeface="Arial"/>
            </a:endParaRPr>
          </a:p>
        </p:txBody>
      </p:sp>
      <p:sp>
        <p:nvSpPr>
          <p:cNvPr id="40" name="PlaceHolder 2"/>
          <p:cNvSpPr>
            <a:spLocks noGrp="1"/>
          </p:cNvSpPr>
          <p:nvPr>
            <p:ph type="body" hasCustomPrompt="1"/>
          </p:nvPr>
        </p:nvSpPr>
        <p:spPr>
          <a:xfrm>
            <a:off x="3141720" y="4278960"/>
            <a:ext cx="5860800" cy="359280"/>
          </a:xfrm>
          <a:prstGeom prst="rect">
            <a:avLst/>
          </a:prstGeom>
          <a:noFill/>
          <a:ln w="0">
            <a:noFill/>
          </a:ln>
        </p:spPr>
        <p:txBody>
          <a:bodyPr lIns="91440" tIns="45720" rIns="91440" bIns="45720" anchor="t">
            <a:normAutofit lnSpcReduction="9999"/>
          </a:bodyPr>
          <a:lstStyle>
            <a:lvl1pPr indent="0" algn="l" defTabSz="685800">
              <a:lnSpc>
                <a:spcPct val="90000"/>
              </a:lnSpc>
              <a:spcBef>
                <a:spcPts val="374"/>
              </a:spcBef>
              <a:spcAft>
                <a:spcPts val="374"/>
              </a:spcAft>
              <a:buNone/>
              <a:tabLst>
                <a:tab pos="0" algn="l"/>
              </a:tabLst>
              <a:defRPr lang="en-US" sz="2100" b="0" u="none" strike="noStrike">
                <a:solidFill>
                  <a:schemeClr val="lt1"/>
                </a:solidFill>
                <a:effectLst/>
                <a:highlight>
                  <a:srgbClr val="72777A"/>
                </a:highlight>
                <a:uFillTx/>
                <a:latin typeface="Arial"/>
              </a:defRPr>
            </a:lvl1pPr>
          </a:lstStyle>
          <a:p>
            <a:pPr indent="0" algn="l" defTabSz="685800">
              <a:lnSpc>
                <a:spcPct val="90000"/>
              </a:lnSpc>
              <a:spcBef>
                <a:spcPts val="374"/>
              </a:spcBef>
              <a:spcAft>
                <a:spcPts val="374"/>
              </a:spcAft>
              <a:buNone/>
              <a:tabLst>
                <a:tab pos="0" algn="l"/>
              </a:tabLst>
            </a:pPr>
            <a:r>
              <a:rPr lang="en-US" sz="2100" b="0" u="none" strike="noStrike">
                <a:solidFill>
                  <a:schemeClr val="lt1"/>
                </a:solidFill>
                <a:effectLst/>
                <a:highlight>
                  <a:srgbClr val="72777A"/>
                </a:highlight>
                <a:uFillTx/>
                <a:latin typeface="Arial"/>
              </a:rPr>
              <a:t>Untertitel / Autor</a:t>
            </a:r>
            <a:endParaRPr lang="de-DE" sz="2100" b="0" u="none" strike="noStrike">
              <a:solidFill>
                <a:schemeClr val="lt1"/>
              </a:solidFill>
              <a:effectLst/>
              <a:highlight>
                <a:srgbClr val="72777A"/>
              </a:highlight>
              <a:uFillTx/>
              <a:latin typeface="Arial"/>
            </a:endParaRPr>
          </a:p>
        </p:txBody>
      </p:sp>
      <p:pic>
        <p:nvPicPr>
          <p:cNvPr id="41" name="Grafik 4" descr="FH Technikum Wien - University of Applied Sciences"/>
          <p:cNvPicPr/>
          <p:nvPr/>
        </p:nvPicPr>
        <p:blipFill>
          <a:blip r:embed="rId3">
            <a:extLst>
              <a:ext uri="{96DAC541-7B7A-43D3-8B79-37D633B846F1}">
                <asvg:svgBlip xmlns:asvg="http://schemas.microsoft.com/office/drawing/2016/SVG/main" r:embed="rId4"/>
              </a:ext>
            </a:extLst>
          </a:blip>
          <a:stretch/>
        </p:blipFill>
        <p:spPr>
          <a:xfrm>
            <a:off x="1204920" y="1917000"/>
            <a:ext cx="3366720" cy="2121480"/>
          </a:xfrm>
          <a:prstGeom prst="rect">
            <a:avLst/>
          </a:prstGeom>
          <a:noFill/>
          <a:ln w="0">
            <a:noFill/>
          </a:ln>
        </p:spPr>
      </p:pic>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Balken Grau">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hasCustomPrompt="1"/>
          </p:nvPr>
        </p:nvSpPr>
        <p:spPr>
          <a:xfrm>
            <a:off x="3331800" y="3216600"/>
            <a:ext cx="5694480" cy="432720"/>
          </a:xfrm>
          <a:prstGeom prst="rect">
            <a:avLst/>
          </a:prstGeom>
          <a:noFill/>
          <a:ln w="0">
            <a:noFill/>
          </a:ln>
        </p:spPr>
        <p:txBody>
          <a:bodyPr lIns="91440" tIns="45720" rIns="91440" bIns="45720" anchor="ctr">
            <a:normAutofit lnSpcReduction="9999"/>
          </a:bodyPr>
          <a:lstStyle>
            <a:lvl1pPr indent="0" algn="l" defTabSz="685800">
              <a:lnSpc>
                <a:spcPct val="90000"/>
              </a:lnSpc>
              <a:buNone/>
              <a:defRPr lang="de-DE" sz="2700" b="1" u="none" strike="noStrike">
                <a:solidFill>
                  <a:schemeClr val="accent1"/>
                </a:solidFill>
                <a:effectLst/>
                <a:uFillTx/>
                <a:latin typeface="Arial"/>
              </a:defRPr>
            </a:lvl1pPr>
          </a:lstStyle>
          <a:p>
            <a:pPr indent="0" algn="l" defTabSz="685800">
              <a:lnSpc>
                <a:spcPct val="90000"/>
              </a:lnSpc>
              <a:buNone/>
            </a:pPr>
            <a:r>
              <a:rPr lang="de-DE" sz="2700" b="1" u="none" strike="noStrike">
                <a:solidFill>
                  <a:schemeClr val="accent1"/>
                </a:solidFill>
                <a:effectLst/>
                <a:uFillTx/>
                <a:latin typeface="Arial"/>
              </a:rPr>
              <a:t>Titel</a:t>
            </a:r>
            <a:endParaRPr lang="de-DE" sz="2700" b="1" u="none" strike="noStrike">
              <a:solidFill>
                <a:schemeClr val="accent1"/>
              </a:solidFill>
              <a:effectLst/>
              <a:uFillTx/>
              <a:latin typeface="Arial"/>
            </a:endParaRPr>
          </a:p>
        </p:txBody>
      </p:sp>
      <p:sp>
        <p:nvSpPr>
          <p:cNvPr id="43" name="PlaceHolder 2"/>
          <p:cNvSpPr>
            <a:spLocks noGrp="1"/>
          </p:cNvSpPr>
          <p:nvPr>
            <p:ph type="body" hasCustomPrompt="1"/>
          </p:nvPr>
        </p:nvSpPr>
        <p:spPr>
          <a:xfrm>
            <a:off x="3331800" y="3888000"/>
            <a:ext cx="5694480" cy="359280"/>
          </a:xfrm>
          <a:prstGeom prst="rect">
            <a:avLst/>
          </a:prstGeom>
          <a:noFill/>
          <a:ln w="0">
            <a:noFill/>
          </a:ln>
        </p:spPr>
        <p:txBody>
          <a:bodyPr lIns="91440" tIns="45720" rIns="91440" bIns="45720" anchor="t">
            <a:normAutofit lnSpcReduction="9999"/>
          </a:bodyPr>
          <a:lstStyle>
            <a:lvl1pPr indent="0" algn="l" defTabSz="685800">
              <a:lnSpc>
                <a:spcPct val="90000"/>
              </a:lnSpc>
              <a:spcBef>
                <a:spcPts val="374"/>
              </a:spcBef>
              <a:spcAft>
                <a:spcPts val="374"/>
              </a:spcAft>
              <a:buNone/>
              <a:tabLst>
                <a:tab pos="0" algn="l"/>
              </a:tabLst>
              <a:defRPr lang="en-US" sz="2100" b="0" u="none" strike="noStrike">
                <a:solidFill>
                  <a:schemeClr val="accent1"/>
                </a:solidFill>
                <a:effectLst/>
                <a:uFillTx/>
                <a:latin typeface="Arial"/>
              </a:defRPr>
            </a:lvl1pPr>
          </a:lstStyle>
          <a:p>
            <a:pPr indent="0" algn="l" defTabSz="685800">
              <a:lnSpc>
                <a:spcPct val="90000"/>
              </a:lnSpc>
              <a:spcBef>
                <a:spcPts val="374"/>
              </a:spcBef>
              <a:spcAft>
                <a:spcPts val="374"/>
              </a:spcAft>
              <a:buNone/>
              <a:tabLst>
                <a:tab pos="0" algn="l"/>
              </a:tabLst>
            </a:pPr>
            <a:r>
              <a:rPr lang="en-US" sz="2100" b="0" u="none" strike="noStrike">
                <a:solidFill>
                  <a:schemeClr val="accent1"/>
                </a:solidFill>
                <a:effectLst/>
                <a:uFillTx/>
                <a:latin typeface="Arial"/>
              </a:rPr>
              <a:t>Untertitel / Autor</a:t>
            </a:r>
            <a:endParaRPr lang="de-DE" sz="2100" b="0" u="none" strike="noStrike">
              <a:solidFill>
                <a:schemeClr val="accent1"/>
              </a:solidFill>
              <a:effectLst/>
              <a:uFillTx/>
              <a:latin typeface="Arial"/>
            </a:endParaRPr>
          </a:p>
        </p:txBody>
      </p:sp>
      <p:pic>
        <p:nvPicPr>
          <p:cNvPr id="44" name="Grafik 2" descr="FH Technikum Wien - University of Applied Sciences"/>
          <p:cNvPicPr/>
          <p:nvPr/>
        </p:nvPicPr>
        <p:blipFill>
          <a:blip r:embed="rId2">
            <a:extLst>
              <a:ext uri="{96DAC541-7B7A-43D3-8B79-37D633B846F1}">
                <asvg:svgBlip xmlns:asvg="http://schemas.microsoft.com/office/drawing/2016/SVG/main" r:embed="rId3"/>
              </a:ext>
            </a:extLst>
          </a:blip>
          <a:stretch/>
        </p:blipFill>
        <p:spPr>
          <a:xfrm>
            <a:off x="977760" y="1020600"/>
            <a:ext cx="4171680" cy="2628720"/>
          </a:xfrm>
          <a:prstGeom prst="rect">
            <a:avLst/>
          </a:prstGeom>
          <a:noFill/>
          <a:ln w="0">
            <a:noFill/>
          </a:ln>
        </p:spPr>
      </p:pic>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Balken Blau">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hasCustomPrompt="1"/>
          </p:nvPr>
        </p:nvSpPr>
        <p:spPr>
          <a:xfrm>
            <a:off x="3331800" y="3216600"/>
            <a:ext cx="5694480" cy="432720"/>
          </a:xfrm>
          <a:prstGeom prst="rect">
            <a:avLst/>
          </a:prstGeom>
          <a:noFill/>
          <a:ln w="0">
            <a:noFill/>
          </a:ln>
        </p:spPr>
        <p:txBody>
          <a:bodyPr lIns="91440" tIns="45720" rIns="91440" bIns="45720" anchor="ctr">
            <a:noAutofit/>
          </a:bodyPr>
          <a:lstStyle>
            <a:lvl1pPr indent="0" algn="l" defTabSz="685800">
              <a:lnSpc>
                <a:spcPct val="90000"/>
              </a:lnSpc>
              <a:buNone/>
              <a:defRPr lang="de-DE" sz="2700" b="1" u="none" strike="noStrike">
                <a:solidFill>
                  <a:srgbClr val="005A96"/>
                </a:solidFill>
                <a:effectLst/>
                <a:uFillTx/>
                <a:latin typeface="Arial"/>
              </a:defRPr>
            </a:lvl1pPr>
          </a:lstStyle>
          <a:p>
            <a:pPr indent="0" algn="l" defTabSz="685800">
              <a:lnSpc>
                <a:spcPct val="90000"/>
              </a:lnSpc>
              <a:buNone/>
            </a:pPr>
            <a:r>
              <a:rPr lang="de-DE" sz="2700" b="1" u="none" strike="noStrike">
                <a:solidFill>
                  <a:srgbClr val="005A96"/>
                </a:solidFill>
                <a:effectLst/>
                <a:uFillTx/>
                <a:latin typeface="Arial"/>
              </a:rPr>
              <a:t>Titel</a:t>
            </a:r>
            <a:endParaRPr lang="de-DE" sz="2700" b="1" u="none" strike="noStrike">
              <a:solidFill>
                <a:srgbClr val="005A96"/>
              </a:solidFill>
              <a:effectLst/>
              <a:uFillTx/>
              <a:latin typeface="Arial"/>
            </a:endParaRPr>
          </a:p>
        </p:txBody>
      </p:sp>
      <p:sp>
        <p:nvSpPr>
          <p:cNvPr id="46" name="PlaceHolder 2"/>
          <p:cNvSpPr>
            <a:spLocks noGrp="1"/>
          </p:cNvSpPr>
          <p:nvPr>
            <p:ph type="body" hasCustomPrompt="1"/>
          </p:nvPr>
        </p:nvSpPr>
        <p:spPr>
          <a:xfrm>
            <a:off x="3331800" y="3888000"/>
            <a:ext cx="5694480" cy="359280"/>
          </a:xfrm>
          <a:prstGeom prst="rect">
            <a:avLst/>
          </a:prstGeom>
          <a:noFill/>
          <a:ln w="0">
            <a:noFill/>
          </a:ln>
        </p:spPr>
        <p:txBody>
          <a:bodyPr lIns="91440" tIns="45720" rIns="91440" bIns="45720" anchor="t">
            <a:normAutofit lnSpcReduction="9999"/>
          </a:bodyPr>
          <a:lstStyle>
            <a:lvl1pPr indent="0" algn="l" defTabSz="685800">
              <a:lnSpc>
                <a:spcPct val="90000"/>
              </a:lnSpc>
              <a:spcBef>
                <a:spcPts val="374"/>
              </a:spcBef>
              <a:spcAft>
                <a:spcPts val="374"/>
              </a:spcAft>
              <a:buNone/>
              <a:tabLst>
                <a:tab pos="0" algn="l"/>
              </a:tabLst>
              <a:defRPr lang="en-US" sz="2100" b="0" u="none" strike="noStrike">
                <a:solidFill>
                  <a:srgbClr val="005A96"/>
                </a:solidFill>
                <a:effectLst/>
                <a:uFillTx/>
                <a:latin typeface="Arial"/>
              </a:defRPr>
            </a:lvl1pPr>
          </a:lstStyle>
          <a:p>
            <a:pPr indent="0" algn="l" defTabSz="685800">
              <a:lnSpc>
                <a:spcPct val="90000"/>
              </a:lnSpc>
              <a:spcBef>
                <a:spcPts val="374"/>
              </a:spcBef>
              <a:spcAft>
                <a:spcPts val="374"/>
              </a:spcAft>
              <a:buNone/>
              <a:tabLst>
                <a:tab pos="0" algn="l"/>
              </a:tabLst>
            </a:pPr>
            <a:r>
              <a:rPr lang="en-US" sz="2100" b="0" u="none" strike="noStrike">
                <a:solidFill>
                  <a:srgbClr val="005A96"/>
                </a:solidFill>
                <a:effectLst/>
                <a:uFillTx/>
                <a:latin typeface="Arial"/>
              </a:rPr>
              <a:t>Untertitel / Autor</a:t>
            </a:r>
            <a:endParaRPr lang="de-DE" sz="2100" b="0" u="none" strike="noStrike">
              <a:solidFill>
                <a:srgbClr val="005A96"/>
              </a:solidFill>
              <a:effectLst/>
              <a:uFillTx/>
              <a:latin typeface="Arial"/>
            </a:endParaRPr>
          </a:p>
        </p:txBody>
      </p:sp>
      <p:pic>
        <p:nvPicPr>
          <p:cNvPr id="47" name="Grafik 4" descr="FH Technikum Wien - University of Applied Sciences"/>
          <p:cNvPicPr/>
          <p:nvPr/>
        </p:nvPicPr>
        <p:blipFill>
          <a:blip r:embed="rId2">
            <a:extLst>
              <a:ext uri="{96DAC541-7B7A-43D3-8B79-37D633B846F1}">
                <asvg:svgBlip xmlns:asvg="http://schemas.microsoft.com/office/drawing/2016/SVG/main" r:embed="rId3"/>
              </a:ext>
            </a:extLst>
          </a:blip>
          <a:stretch/>
        </p:blipFill>
        <p:spPr>
          <a:xfrm>
            <a:off x="977760" y="1020600"/>
            <a:ext cx="4171680" cy="2628720"/>
          </a:xfrm>
          <a:prstGeom prst="rect">
            <a:avLst/>
          </a:prstGeom>
          <a:noFill/>
          <a:ln w="0">
            <a:noFill/>
          </a:ln>
        </p:spPr>
      </p:pic>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ELFOLIE Balken Blau">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hasCustomPrompt="1"/>
          </p:nvPr>
        </p:nvSpPr>
        <p:spPr>
          <a:xfrm>
            <a:off x="3058920" y="3582720"/>
            <a:ext cx="5215680" cy="531720"/>
          </a:xfrm>
          <a:prstGeom prst="rect">
            <a:avLst/>
          </a:prstGeom>
          <a:noFill/>
          <a:ln w="0">
            <a:noFill/>
          </a:ln>
        </p:spPr>
        <p:txBody>
          <a:bodyPr lIns="91440" tIns="45720" rIns="91440" bIns="45720" anchor="ctr">
            <a:normAutofit/>
          </a:bodyPr>
          <a:lstStyle>
            <a:lvl1pPr indent="0" algn="r" defTabSz="685800">
              <a:lnSpc>
                <a:spcPct val="90000"/>
              </a:lnSpc>
              <a:buNone/>
              <a:defRPr lang="de-DE" sz="2700" b="1" u="none" strike="noStrike">
                <a:solidFill>
                  <a:schemeClr val="accent1"/>
                </a:solidFill>
                <a:effectLst/>
                <a:uFillTx/>
                <a:latin typeface="Arial"/>
              </a:defRPr>
            </a:lvl1pPr>
          </a:lstStyle>
          <a:p>
            <a:pPr indent="0" algn="r" defTabSz="685800">
              <a:lnSpc>
                <a:spcPct val="90000"/>
              </a:lnSpc>
              <a:buNone/>
            </a:pPr>
            <a:r>
              <a:rPr lang="de-DE" sz="2700" b="1" u="none" strike="noStrike">
                <a:solidFill>
                  <a:schemeClr val="accent1"/>
                </a:solidFill>
                <a:effectLst/>
                <a:uFillTx/>
                <a:latin typeface="Arial"/>
              </a:rPr>
              <a:t>Titel</a:t>
            </a:r>
            <a:endParaRPr lang="de-DE" sz="2700" b="1" u="none" strike="noStrike">
              <a:solidFill>
                <a:schemeClr val="accent1"/>
              </a:solidFill>
              <a:effectLst/>
              <a:uFillTx/>
              <a:latin typeface="Arial"/>
            </a:endParaRPr>
          </a:p>
        </p:txBody>
      </p:sp>
      <p:sp>
        <p:nvSpPr>
          <p:cNvPr id="49" name="PlaceHolder 2"/>
          <p:cNvSpPr>
            <a:spLocks noGrp="1"/>
          </p:cNvSpPr>
          <p:nvPr>
            <p:ph type="body" hasCustomPrompt="1"/>
          </p:nvPr>
        </p:nvSpPr>
        <p:spPr>
          <a:xfrm>
            <a:off x="3058920" y="4182120"/>
            <a:ext cx="5215680" cy="359280"/>
          </a:xfrm>
          <a:prstGeom prst="rect">
            <a:avLst/>
          </a:prstGeom>
          <a:noFill/>
          <a:ln w="0">
            <a:noFill/>
          </a:ln>
        </p:spPr>
        <p:txBody>
          <a:bodyPr lIns="91440" tIns="45720" rIns="91440" bIns="45720" anchor="t">
            <a:normAutofit lnSpcReduction="9999"/>
          </a:bodyPr>
          <a:lstStyle>
            <a:lvl1pPr indent="0" algn="r" defTabSz="685800">
              <a:lnSpc>
                <a:spcPct val="90000"/>
              </a:lnSpc>
              <a:spcBef>
                <a:spcPts val="374"/>
              </a:spcBef>
              <a:spcAft>
                <a:spcPts val="374"/>
              </a:spcAft>
              <a:buNone/>
              <a:tabLst>
                <a:tab pos="0" algn="l"/>
              </a:tabLst>
              <a:defRPr lang="en-US" sz="2100" b="0" u="none" strike="noStrike">
                <a:solidFill>
                  <a:schemeClr val="accent1"/>
                </a:solidFill>
                <a:effectLst/>
                <a:uFillTx/>
                <a:latin typeface="Arial"/>
              </a:defRPr>
            </a:lvl1pPr>
          </a:lstStyle>
          <a:p>
            <a:pPr indent="0" algn="r" defTabSz="685800">
              <a:lnSpc>
                <a:spcPct val="90000"/>
              </a:lnSpc>
              <a:spcBef>
                <a:spcPts val="374"/>
              </a:spcBef>
              <a:spcAft>
                <a:spcPts val="374"/>
              </a:spcAft>
              <a:buNone/>
              <a:tabLst>
                <a:tab pos="0" algn="l"/>
              </a:tabLst>
            </a:pPr>
            <a:r>
              <a:rPr lang="en-US" sz="2100" b="0" u="none" strike="noStrike">
                <a:solidFill>
                  <a:schemeClr val="accent1"/>
                </a:solidFill>
                <a:effectLst/>
                <a:uFillTx/>
                <a:latin typeface="Arial"/>
              </a:rPr>
              <a:t>Untertitel / Autor</a:t>
            </a:r>
            <a:endParaRPr lang="de-DE" sz="2100" b="0" u="none" strike="noStrike">
              <a:solidFill>
                <a:schemeClr val="accent1"/>
              </a:solidFill>
              <a:effectLst/>
              <a:uFillTx/>
              <a:latin typeface="Arial"/>
            </a:endParaRPr>
          </a:p>
        </p:txBody>
      </p:sp>
      <p:pic>
        <p:nvPicPr>
          <p:cNvPr id="50" name="Grafik 3">
            <a:extLst>
              <a:ext uri="{C183D7F6-B498-43B3-948B-1728B52AA6E4}">
                <adec:decorative xmlns:adec="http://schemas.microsoft.com/office/drawing/2017/decorative" val="1"/>
              </a:ext>
            </a:extLst>
          </p:cNvPr>
          <p:cNvPicPr/>
          <p:nvPr/>
        </p:nvPicPr>
        <p:blipFill>
          <a:blip r:embed="rId2"/>
          <a:stretch/>
        </p:blipFill>
        <p:spPr>
          <a:xfrm>
            <a:off x="868680" y="-308520"/>
            <a:ext cx="7406280" cy="4165920"/>
          </a:xfrm>
          <a:prstGeom prst="rect">
            <a:avLst/>
          </a:prstGeom>
          <a:noFill/>
          <a:ln w="0">
            <a:noFill/>
          </a:ln>
        </p:spPr>
      </p:pic>
      <p:pic>
        <p:nvPicPr>
          <p:cNvPr id="51" name="Grafik 7" descr="FH Technikum Wien - University of Applied Sciences"/>
          <p:cNvPicPr/>
          <p:nvPr/>
        </p:nvPicPr>
        <p:blipFill>
          <a:blip r:embed="rId3">
            <a:extLst>
              <a:ext uri="{96DAC541-7B7A-43D3-8B79-37D633B846F1}">
                <asvg:svgBlip xmlns:asvg="http://schemas.microsoft.com/office/drawing/2016/SVG/main" r:embed="rId4"/>
              </a:ext>
            </a:extLst>
          </a:blip>
          <a:stretch/>
        </p:blipFill>
        <p:spPr>
          <a:xfrm>
            <a:off x="612720" y="3214440"/>
            <a:ext cx="2621880" cy="1652040"/>
          </a:xfrm>
          <a:prstGeom prst="rect">
            <a:avLst/>
          </a:prstGeom>
          <a:noFill/>
          <a:ln w="0">
            <a:noFill/>
          </a:ln>
        </p:spPr>
      </p:pic>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nur Text Grau">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hasCustomPrompt="1"/>
          </p:nvPr>
        </p:nvSpPr>
        <p:spPr>
          <a:xfrm>
            <a:off x="252000" y="1500840"/>
            <a:ext cx="8639640" cy="1079640"/>
          </a:xfrm>
          <a:prstGeom prst="rect">
            <a:avLst/>
          </a:prstGeom>
          <a:noFill/>
          <a:ln w="0">
            <a:noFill/>
          </a:ln>
        </p:spPr>
        <p:txBody>
          <a:bodyPr lIns="91440" tIns="45720" rIns="91440" bIns="45720" anchor="ctr">
            <a:noAutofit/>
          </a:bodyPr>
          <a:lstStyle>
            <a:lvl1pPr indent="0" algn="r" defTabSz="685800">
              <a:lnSpc>
                <a:spcPct val="90000"/>
              </a:lnSpc>
              <a:buNone/>
              <a:defRPr lang="de-DE" sz="4050" b="1" u="none" strike="noStrike">
                <a:solidFill>
                  <a:srgbClr val="72777A"/>
                </a:solidFill>
                <a:effectLst/>
                <a:uFillTx/>
                <a:latin typeface="Arial"/>
              </a:defRPr>
            </a:lvl1pPr>
          </a:lstStyle>
          <a:p>
            <a:pPr indent="0" algn="r" defTabSz="685800">
              <a:lnSpc>
                <a:spcPct val="90000"/>
              </a:lnSpc>
              <a:buNone/>
            </a:pPr>
            <a:r>
              <a:rPr lang="de-DE" sz="4050" b="1" u="none" strike="noStrike">
                <a:solidFill>
                  <a:srgbClr val="72777A"/>
                </a:solidFill>
                <a:effectLst/>
                <a:uFillTx/>
                <a:latin typeface="Arial"/>
              </a:rPr>
              <a:t>Präsentations Titel</a:t>
            </a:r>
            <a:br>
              <a:rPr sz="4050"/>
            </a:br>
            <a:r>
              <a:rPr lang="de-DE" sz="4050" b="1" u="none" strike="noStrike">
                <a:solidFill>
                  <a:srgbClr val="72777A"/>
                </a:solidFill>
                <a:effectLst/>
                <a:uFillTx/>
                <a:latin typeface="Arial"/>
              </a:rPr>
              <a:t>(Arial Bold, 54pt)</a:t>
            </a:r>
            <a:endParaRPr lang="de-DE" sz="4050" b="1" u="none" strike="noStrike">
              <a:solidFill>
                <a:srgbClr val="72777A"/>
              </a:solidFill>
              <a:effectLst/>
              <a:uFillTx/>
              <a:latin typeface="Arial"/>
            </a:endParaRPr>
          </a:p>
        </p:txBody>
      </p:sp>
      <p:sp>
        <p:nvSpPr>
          <p:cNvPr id="53" name="PlaceHolder 2"/>
          <p:cNvSpPr>
            <a:spLocks noGrp="1"/>
          </p:cNvSpPr>
          <p:nvPr>
            <p:ph type="body" hasCustomPrompt="1"/>
          </p:nvPr>
        </p:nvSpPr>
        <p:spPr>
          <a:xfrm>
            <a:off x="252000" y="2662920"/>
            <a:ext cx="8639640" cy="359280"/>
          </a:xfrm>
          <a:prstGeom prst="rect">
            <a:avLst/>
          </a:prstGeom>
          <a:noFill/>
          <a:ln w="0">
            <a:noFill/>
          </a:ln>
        </p:spPr>
        <p:txBody>
          <a:bodyPr lIns="91440" tIns="45720" rIns="91440" bIns="45720" anchor="t">
            <a:normAutofit lnSpcReduction="9999"/>
          </a:bodyPr>
          <a:lstStyle>
            <a:lvl1pPr indent="0" algn="r" defTabSz="685800">
              <a:lnSpc>
                <a:spcPct val="90000"/>
              </a:lnSpc>
              <a:spcBef>
                <a:spcPts val="374"/>
              </a:spcBef>
              <a:spcAft>
                <a:spcPts val="374"/>
              </a:spcAft>
              <a:buNone/>
              <a:tabLst>
                <a:tab pos="0" algn="l"/>
              </a:tabLst>
              <a:defRPr lang="en-US" sz="2100" b="0" u="none" strike="noStrike">
                <a:solidFill>
                  <a:schemeClr val="accent1"/>
                </a:solidFill>
                <a:effectLst/>
                <a:uFillTx/>
                <a:latin typeface="Arial"/>
              </a:defRPr>
            </a:lvl1pPr>
          </a:lstStyle>
          <a:p>
            <a:pPr indent="0" algn="r" defTabSz="685800">
              <a:lnSpc>
                <a:spcPct val="90000"/>
              </a:lnSpc>
              <a:spcBef>
                <a:spcPts val="374"/>
              </a:spcBef>
              <a:spcAft>
                <a:spcPts val="374"/>
              </a:spcAft>
              <a:buNone/>
              <a:tabLst>
                <a:tab pos="0" algn="l"/>
              </a:tabLst>
            </a:pPr>
            <a:r>
              <a:rPr lang="en-US" sz="2100" b="0" u="none" strike="noStrike">
                <a:solidFill>
                  <a:schemeClr val="accent1"/>
                </a:solidFill>
                <a:effectLst/>
                <a:uFillTx/>
                <a:latin typeface="Arial"/>
              </a:rPr>
              <a:t>Untertitel / Autor</a:t>
            </a:r>
            <a:endParaRPr lang="de-DE" sz="2100" b="0" u="none" strike="noStrike">
              <a:solidFill>
                <a:schemeClr val="accent1"/>
              </a:solidFill>
              <a:effectLst/>
              <a:uFillTx/>
              <a:latin typeface="Arial"/>
            </a:endParaRPr>
          </a:p>
        </p:txBody>
      </p:sp>
      <p:pic>
        <p:nvPicPr>
          <p:cNvPr id="54" name="Grafik 5" descr="FH Technikum Wien - University of Applied Sciences"/>
          <p:cNvPicPr/>
          <p:nvPr/>
        </p:nvPicPr>
        <p:blipFill>
          <a:blip r:embed="rId2">
            <a:extLst>
              <a:ext uri="{96DAC541-7B7A-43D3-8B79-37D633B846F1}">
                <asvg:svgBlip xmlns:asvg="http://schemas.microsoft.com/office/drawing/2016/SVG/main" r:embed="rId3"/>
              </a:ext>
            </a:extLst>
          </a:blip>
          <a:stretch/>
        </p:blipFill>
        <p:spPr>
          <a:xfrm>
            <a:off x="-88920" y="3208680"/>
            <a:ext cx="3242160" cy="2043000"/>
          </a:xfrm>
          <a:prstGeom prst="rect">
            <a:avLst/>
          </a:prstGeom>
          <a:noFill/>
          <a:ln w="0">
            <a:noFill/>
          </a:ln>
        </p:spPr>
      </p:pic>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nur Text Blau">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hasCustomPrompt="1"/>
          </p:nvPr>
        </p:nvSpPr>
        <p:spPr>
          <a:xfrm>
            <a:off x="252000" y="1499400"/>
            <a:ext cx="8639640" cy="1079640"/>
          </a:xfrm>
          <a:prstGeom prst="rect">
            <a:avLst/>
          </a:prstGeom>
          <a:noFill/>
          <a:ln w="0">
            <a:noFill/>
          </a:ln>
        </p:spPr>
        <p:txBody>
          <a:bodyPr lIns="91440" tIns="45720" rIns="91440" bIns="45720" anchor="ctr">
            <a:noAutofit/>
          </a:bodyPr>
          <a:lstStyle>
            <a:lvl1pPr indent="0" algn="r" defTabSz="685800">
              <a:lnSpc>
                <a:spcPct val="90000"/>
              </a:lnSpc>
              <a:buNone/>
              <a:defRPr lang="de-DE" sz="4050" b="1" u="none" strike="noStrike">
                <a:solidFill>
                  <a:srgbClr val="005A96"/>
                </a:solidFill>
                <a:effectLst/>
                <a:uFillTx/>
                <a:latin typeface="Arial"/>
              </a:defRPr>
            </a:lvl1pPr>
          </a:lstStyle>
          <a:p>
            <a:pPr indent="0" algn="r" defTabSz="685800">
              <a:lnSpc>
                <a:spcPct val="90000"/>
              </a:lnSpc>
              <a:buNone/>
            </a:pPr>
            <a:r>
              <a:rPr lang="de-DE" sz="4050" b="1" u="none" strike="noStrike">
                <a:solidFill>
                  <a:srgbClr val="005A96"/>
                </a:solidFill>
                <a:effectLst/>
                <a:uFillTx/>
                <a:latin typeface="Arial"/>
              </a:rPr>
              <a:t>Präsentations Titel</a:t>
            </a:r>
            <a:br>
              <a:rPr sz="4050"/>
            </a:br>
            <a:r>
              <a:rPr lang="de-DE" sz="4050" b="1" u="none" strike="noStrike">
                <a:solidFill>
                  <a:srgbClr val="005A96"/>
                </a:solidFill>
                <a:effectLst/>
                <a:uFillTx/>
                <a:latin typeface="Arial"/>
              </a:rPr>
              <a:t>(Arial Bold, 54pt)</a:t>
            </a:r>
            <a:endParaRPr lang="de-DE" sz="4050" b="1" u="none" strike="noStrike">
              <a:solidFill>
                <a:srgbClr val="005A96"/>
              </a:solidFill>
              <a:effectLst/>
              <a:uFillTx/>
              <a:latin typeface="Arial"/>
            </a:endParaRPr>
          </a:p>
        </p:txBody>
      </p:sp>
      <p:sp>
        <p:nvSpPr>
          <p:cNvPr id="56" name="PlaceHolder 2"/>
          <p:cNvSpPr>
            <a:spLocks noGrp="1"/>
          </p:cNvSpPr>
          <p:nvPr>
            <p:ph type="body" hasCustomPrompt="1"/>
          </p:nvPr>
        </p:nvSpPr>
        <p:spPr>
          <a:xfrm>
            <a:off x="252000" y="2659680"/>
            <a:ext cx="8639640" cy="359280"/>
          </a:xfrm>
          <a:prstGeom prst="rect">
            <a:avLst/>
          </a:prstGeom>
          <a:noFill/>
          <a:ln w="0">
            <a:noFill/>
          </a:ln>
        </p:spPr>
        <p:txBody>
          <a:bodyPr lIns="91440" tIns="45720" rIns="91440" bIns="45720" anchor="t">
            <a:normAutofit lnSpcReduction="9999"/>
          </a:bodyPr>
          <a:lstStyle>
            <a:lvl1pPr indent="0" algn="r" defTabSz="685800">
              <a:lnSpc>
                <a:spcPct val="90000"/>
              </a:lnSpc>
              <a:spcBef>
                <a:spcPts val="374"/>
              </a:spcBef>
              <a:spcAft>
                <a:spcPts val="374"/>
              </a:spcAft>
              <a:buNone/>
              <a:tabLst>
                <a:tab pos="0" algn="l"/>
              </a:tabLst>
              <a:defRPr lang="en-US" sz="2100" b="0" u="none" strike="noStrike">
                <a:solidFill>
                  <a:srgbClr val="005A96"/>
                </a:solidFill>
                <a:effectLst/>
                <a:uFillTx/>
                <a:latin typeface="Arial"/>
              </a:defRPr>
            </a:lvl1pPr>
          </a:lstStyle>
          <a:p>
            <a:pPr indent="0" algn="r" defTabSz="685800">
              <a:lnSpc>
                <a:spcPct val="90000"/>
              </a:lnSpc>
              <a:spcBef>
                <a:spcPts val="374"/>
              </a:spcBef>
              <a:spcAft>
                <a:spcPts val="374"/>
              </a:spcAft>
              <a:buNone/>
              <a:tabLst>
                <a:tab pos="0" algn="l"/>
              </a:tabLst>
            </a:pPr>
            <a:r>
              <a:rPr lang="en-US" sz="2100" b="0" u="none" strike="noStrike">
                <a:solidFill>
                  <a:srgbClr val="005A96"/>
                </a:solidFill>
                <a:effectLst/>
                <a:uFillTx/>
                <a:latin typeface="Arial"/>
              </a:rPr>
              <a:t>Untertitel / Autor</a:t>
            </a:r>
            <a:endParaRPr lang="de-DE" sz="2100" b="0" u="none" strike="noStrike">
              <a:solidFill>
                <a:srgbClr val="005A96"/>
              </a:solidFill>
              <a:effectLst/>
              <a:uFillTx/>
              <a:latin typeface="Arial"/>
            </a:endParaRPr>
          </a:p>
        </p:txBody>
      </p:sp>
      <p:pic>
        <p:nvPicPr>
          <p:cNvPr id="57" name="Grafik 5" descr="FH Technikum Wien - University of Applied Sciences"/>
          <p:cNvPicPr/>
          <p:nvPr/>
        </p:nvPicPr>
        <p:blipFill>
          <a:blip r:embed="rId2">
            <a:extLst>
              <a:ext uri="{96DAC541-7B7A-43D3-8B79-37D633B846F1}">
                <asvg:svgBlip xmlns:asvg="http://schemas.microsoft.com/office/drawing/2016/SVG/main" r:embed="rId3"/>
              </a:ext>
            </a:extLst>
          </a:blip>
          <a:stretch/>
        </p:blipFill>
        <p:spPr>
          <a:xfrm>
            <a:off x="-111240" y="3186000"/>
            <a:ext cx="3242160" cy="2043000"/>
          </a:xfrm>
          <a:prstGeom prst="rect">
            <a:avLst/>
          </a:prstGeom>
          <a:noFill/>
          <a:ln w="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SFOLIE 01 Weiß">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hasCustomPrompt="1"/>
          </p:nvPr>
        </p:nvSpPr>
        <p:spPr>
          <a:xfrm>
            <a:off x="180000" y="114480"/>
            <a:ext cx="8775000" cy="438840"/>
          </a:xfrm>
          <a:prstGeom prst="rect">
            <a:avLst/>
          </a:prstGeom>
          <a:noFill/>
          <a:ln w="0">
            <a:noFill/>
          </a:ln>
        </p:spPr>
        <p:txBody>
          <a:bodyPr lIns="91440" tIns="45720" rIns="91440" bIns="45720" anchor="t">
            <a:normAutofit fontScale="47500" lnSpcReduction="19999"/>
          </a:bodyPr>
          <a:lstStyle>
            <a:lvl1pPr indent="0" algn="l" defTabSz="685800">
              <a:lnSpc>
                <a:spcPct val="90000"/>
              </a:lnSpc>
              <a:buNone/>
              <a:defRPr lang="de-DE" sz="2700" b="1" u="none" strike="noStrike">
                <a:solidFill>
                  <a:schemeClr val="dk1"/>
                </a:solidFill>
                <a:effectLst/>
                <a:uFillTx/>
                <a:latin typeface="Arial"/>
              </a:defRPr>
            </a:lvl1pPr>
          </a:lstStyle>
          <a:p>
            <a:pPr indent="0" algn="l" defTabSz="685800">
              <a:lnSpc>
                <a:spcPct val="90000"/>
              </a:lnSpc>
              <a:buNone/>
            </a:pPr>
            <a:r>
              <a:rPr lang="de-DE" sz="2700" b="1" u="none" strike="noStrike">
                <a:solidFill>
                  <a:schemeClr val="dk1"/>
                </a:solidFill>
                <a:effectLst/>
                <a:uFillTx/>
                <a:latin typeface="Arial"/>
              </a:rPr>
              <a:t>Folien Überschrift 1 (Arial Bold, 36pt)</a:t>
            </a:r>
            <a:br>
              <a:rPr sz="2700"/>
            </a:br>
            <a:endParaRPr lang="de-DE" sz="2700" b="1" u="none" strike="noStrike">
              <a:solidFill>
                <a:schemeClr val="dk1"/>
              </a:solidFill>
              <a:effectLst/>
              <a:uFillTx/>
              <a:latin typeface="Arial"/>
            </a:endParaRPr>
          </a:p>
        </p:txBody>
      </p:sp>
      <p:sp>
        <p:nvSpPr>
          <p:cNvPr id="59" name="PlaceHolder 2"/>
          <p:cNvSpPr>
            <a:spLocks noGrp="1"/>
          </p:cNvSpPr>
          <p:nvPr>
            <p:ph type="body"/>
          </p:nvPr>
        </p:nvSpPr>
        <p:spPr>
          <a:xfrm>
            <a:off x="180000" y="607680"/>
            <a:ext cx="877500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000000"/>
              </a:buClr>
              <a:buFont typeface="Arial"/>
              <a:buChar char="•"/>
              <a:defRPr lang="en-US" sz="2100" b="0" u="none" strike="noStrike">
                <a:solidFill>
                  <a:schemeClr val="dk1"/>
                </a:solidFill>
                <a:effectLst/>
                <a:uFillTx/>
                <a:latin typeface="Arial"/>
              </a:defRPr>
            </a:lvl1pPr>
            <a:lvl2pPr lvl="1" algn="l" defTabSz="685800">
              <a:lnSpc>
                <a:spcPct val="90000"/>
              </a:lnSpc>
              <a:spcBef>
                <a:spcPts val="374"/>
              </a:spcBef>
              <a:spcAft>
                <a:spcPts val="374"/>
              </a:spcAft>
              <a:buClr>
                <a:srgbClr val="000000"/>
              </a:buClr>
              <a:buFont typeface="Arial"/>
              <a:buChar char="•"/>
              <a:defRPr lang="en-US" sz="1800" b="0" u="none" strike="noStrike">
                <a:solidFill>
                  <a:schemeClr val="dk1"/>
                </a:solidFill>
                <a:effectLst/>
                <a:uFillTx/>
                <a:latin typeface="Arial"/>
              </a:defRPr>
            </a:lvl2pPr>
            <a:lvl3pPr lvl="2" algn="l" defTabSz="685800">
              <a:lnSpc>
                <a:spcPct val="90000"/>
              </a:lnSpc>
              <a:spcBef>
                <a:spcPts val="374"/>
              </a:spcBef>
              <a:spcAft>
                <a:spcPts val="374"/>
              </a:spcAft>
              <a:buClr>
                <a:srgbClr val="000000"/>
              </a:buClr>
              <a:buFont typeface="Symbol" charset="2"/>
              <a:buChar char=""/>
              <a:defRPr lang="en-US" sz="1350" b="0" u="none" strike="noStrike">
                <a:solidFill>
                  <a:schemeClr val="dk1"/>
                </a:solidFill>
                <a:effectLst/>
                <a:uFillTx/>
                <a:latin typeface="Arial"/>
              </a:defRPr>
            </a:lvl3pPr>
            <a:lvl4pPr lvl="3" algn="l" defTabSz="685800">
              <a:lnSpc>
                <a:spcPct val="90000"/>
              </a:lnSpc>
              <a:spcBef>
                <a:spcPts val="374"/>
              </a:spcBef>
              <a:buClr>
                <a:srgbClr val="000000"/>
              </a:buClr>
              <a:buFont typeface="Symbol" charset="2"/>
              <a:buChar char=""/>
              <a:defRPr lang="en-US" sz="1200" b="0" u="none" strike="noStrike">
                <a:solidFill>
                  <a:schemeClr val="dk1"/>
                </a:solidFill>
                <a:effectLst/>
                <a:uFillTx/>
                <a:latin typeface="Arial"/>
              </a:defRPr>
            </a:lvl4pPr>
            <a:lvl5pPr lvl="4" algn="l" defTabSz="685800">
              <a:lnSpc>
                <a:spcPct val="90000"/>
              </a:lnSpc>
              <a:spcBef>
                <a:spcPts val="374"/>
              </a:spcBef>
              <a:buClr>
                <a:srgbClr val="000000"/>
              </a:buClr>
              <a:buFont typeface="Arial"/>
              <a:buChar char="•"/>
              <a:defRPr lang="en-US" sz="1050" b="0" u="none" strike="noStrike">
                <a:solidFill>
                  <a:schemeClr val="dk1"/>
                </a:solidFill>
                <a:effectLst/>
                <a:uFillTx/>
                <a:latin typeface="Arial"/>
              </a:defRPr>
            </a:lvl5pPr>
          </a:lstStyle>
          <a:p>
            <a:pPr marL="171360" indent="-171360" algn="l" defTabSz="685800">
              <a:lnSpc>
                <a:spcPct val="90000"/>
              </a:lnSpc>
              <a:spcBef>
                <a:spcPts val="374"/>
              </a:spcBef>
              <a:spcAft>
                <a:spcPts val="374"/>
              </a:spcAft>
              <a:buClr>
                <a:srgbClr val="000000"/>
              </a:buClr>
              <a:buFont typeface="Arial"/>
              <a:buChar char="•"/>
            </a:pPr>
            <a:r>
              <a:rPr lang="en-US" sz="2100" b="0" u="none" strike="noStrike">
                <a:solidFill>
                  <a:schemeClr val="dk1"/>
                </a:solidFill>
                <a:effectLst/>
                <a:uFillTx/>
                <a:latin typeface="Arial"/>
              </a:rPr>
              <a:t>Click to edit Master text styles</a:t>
            </a:r>
            <a:endParaRPr lang="de-DE" sz="2100" b="0" u="none" strike="noStrike">
              <a:solidFill>
                <a:schemeClr val="dk1"/>
              </a:solidFill>
              <a:effectLst/>
              <a:uFillTx/>
              <a:latin typeface="Arial"/>
            </a:endParaRPr>
          </a:p>
          <a:p>
            <a:pPr marL="514440" lvl="1" indent="-171360" algn="l" defTabSz="685800">
              <a:lnSpc>
                <a:spcPct val="90000"/>
              </a:lnSpc>
              <a:spcBef>
                <a:spcPts val="374"/>
              </a:spcBef>
              <a:spcAft>
                <a:spcPts val="374"/>
              </a:spcAft>
              <a:buClr>
                <a:srgbClr val="000000"/>
              </a:buClr>
              <a:buFont typeface="Arial"/>
              <a:buChar char="•"/>
            </a:pPr>
            <a:r>
              <a:rPr lang="en-US" sz="1800" b="0" u="none" strike="noStrike">
                <a:solidFill>
                  <a:schemeClr val="dk1"/>
                </a:solidFill>
                <a:effectLst/>
                <a:uFillTx/>
                <a:latin typeface="Arial"/>
              </a:rPr>
              <a:t>Second level</a:t>
            </a:r>
            <a:endParaRPr lang="de-DE" sz="1800" b="0" u="none" strike="noStrike">
              <a:solidFill>
                <a:schemeClr val="dk1"/>
              </a:solidFill>
              <a:effectLst/>
              <a:uFillTx/>
              <a:latin typeface="Arial"/>
            </a:endParaRPr>
          </a:p>
          <a:p>
            <a:pPr marL="857160" lvl="2" indent="-171360" algn="l" defTabSz="685800">
              <a:lnSpc>
                <a:spcPct val="90000"/>
              </a:lnSpc>
              <a:spcBef>
                <a:spcPts val="374"/>
              </a:spcBef>
              <a:spcAft>
                <a:spcPts val="374"/>
              </a:spcAft>
              <a:buClr>
                <a:srgbClr val="000000"/>
              </a:buClr>
              <a:buFont typeface="Symbol" charset="2"/>
              <a:buChar char=""/>
            </a:pPr>
            <a:r>
              <a:rPr lang="en-US" sz="1350" b="0" u="none" strike="noStrike">
                <a:solidFill>
                  <a:schemeClr val="dk1"/>
                </a:solidFill>
                <a:effectLst/>
                <a:uFillTx/>
                <a:latin typeface="Arial"/>
              </a:rPr>
              <a:t>Third level</a:t>
            </a:r>
            <a:endParaRPr lang="de-DE" sz="1350" b="0" u="none" strike="noStrike">
              <a:solidFill>
                <a:schemeClr val="dk1"/>
              </a:solidFill>
              <a:effectLst/>
              <a:uFillTx/>
              <a:latin typeface="Arial"/>
            </a:endParaRPr>
          </a:p>
          <a:p>
            <a:pPr marL="1285920" lvl="3" indent="-171360" algn="l" defTabSz="685800">
              <a:lnSpc>
                <a:spcPct val="90000"/>
              </a:lnSpc>
              <a:spcBef>
                <a:spcPts val="374"/>
              </a:spcBef>
              <a:buClr>
                <a:srgbClr val="000000"/>
              </a:buClr>
              <a:buFont typeface="Symbol" charset="2"/>
              <a:buChar char=""/>
            </a:pPr>
            <a:r>
              <a:rPr lang="en-US" sz="1200" b="0" u="none" strike="noStrike">
                <a:solidFill>
                  <a:schemeClr val="dk1"/>
                </a:solidFill>
                <a:effectLst/>
                <a:uFillTx/>
                <a:latin typeface="Arial"/>
              </a:rPr>
              <a:t>Fourth level</a:t>
            </a:r>
            <a:endParaRPr lang="de-DE" sz="1200" b="0" u="none" strike="noStrike">
              <a:solidFill>
                <a:schemeClr val="dk1"/>
              </a:solidFill>
              <a:effectLst/>
              <a:uFillTx/>
              <a:latin typeface="Arial"/>
            </a:endParaRPr>
          </a:p>
          <a:p>
            <a:pPr marL="1542960" lvl="4" indent="-171360" algn="l" defTabSz="685800">
              <a:lnSpc>
                <a:spcPct val="90000"/>
              </a:lnSpc>
              <a:spcBef>
                <a:spcPts val="374"/>
              </a:spcBef>
              <a:buClr>
                <a:srgbClr val="000000"/>
              </a:buClr>
              <a:buFont typeface="Arial"/>
              <a:buChar char="•"/>
            </a:pPr>
            <a:r>
              <a:rPr lang="en-US" sz="1050" b="0" u="none" strike="noStrike">
                <a:solidFill>
                  <a:schemeClr val="dk1"/>
                </a:solidFill>
                <a:effectLst/>
                <a:uFillTx/>
                <a:latin typeface="Arial"/>
              </a:rPr>
              <a:t>Fifth level</a:t>
            </a:r>
            <a:endParaRPr lang="de-DE" sz="1050" b="0" u="none" strike="noStrike">
              <a:solidFill>
                <a:schemeClr val="dk1"/>
              </a:solidFill>
              <a:effectLst/>
              <a:uFillTx/>
              <a:latin typeface="Arial"/>
            </a:endParaRPr>
          </a:p>
        </p:txBody>
      </p:sp>
      <p:cxnSp>
        <p:nvCxnSpPr>
          <p:cNvPr id="60" name="Gerader Verbinder 9">
            <a:extLst>
              <a:ext uri="{C183D7F6-B498-43B3-948B-1728B52AA6E4}">
                <adec:decorative xmlns:adec="http://schemas.microsoft.com/office/drawing/2017/decorative" val="1"/>
              </a:ext>
            </a:extLst>
          </p:cNvPr>
          <p:cNvCxnSpPr/>
          <p:nvPr/>
        </p:nvCxnSpPr>
        <p:spPr>
          <a:xfrm>
            <a:off x="8555040" y="4767480"/>
            <a:ext cx="360" cy="334080"/>
          </a:xfrm>
          <a:prstGeom prst="straightConnector1">
            <a:avLst/>
          </a:prstGeom>
          <a:ln w="12700">
            <a:solidFill>
              <a:srgbClr val="FFFFFF">
                <a:lumMod val="65000"/>
              </a:srgbClr>
            </a:solidFill>
          </a:ln>
        </p:spPr>
      </p:cxnSp>
      <p:cxnSp>
        <p:nvCxnSpPr>
          <p:cNvPr id="61" name="Gerader Verbinder 23">
            <a:extLst>
              <a:ext uri="{C183D7F6-B498-43B3-948B-1728B52AA6E4}">
                <adec:decorative xmlns:adec="http://schemas.microsoft.com/office/drawing/2017/decorative" val="1"/>
              </a:ext>
            </a:extLst>
          </p:cNvPr>
          <p:cNvCxnSpPr/>
          <p:nvPr/>
        </p:nvCxnSpPr>
        <p:spPr>
          <a:xfrm>
            <a:off x="0" y="4736880"/>
            <a:ext cx="9144360" cy="360"/>
          </a:xfrm>
          <a:prstGeom prst="straightConnector1">
            <a:avLst/>
          </a:prstGeom>
          <a:ln w="12700">
            <a:solidFill>
              <a:srgbClr val="72777A"/>
            </a:solidFill>
          </a:ln>
        </p:spPr>
      </p:cxnSp>
      <p:sp>
        <p:nvSpPr>
          <p:cNvPr id="62" name="PlaceHolder 3">
            <a:extLst>
              <a:ext uri="{C183D7F6-B498-43B3-948B-1728B52AA6E4}">
                <adec:decorative xmlns:adec="http://schemas.microsoft.com/office/drawing/2017/decorative" val="1"/>
              </a:ext>
            </a:extLst>
          </p:cNvPr>
          <p:cNvSpPr>
            <a:spLocks noGrp="1"/>
          </p:cNvSpPr>
          <p:nvPr>
            <p:ph type="ftr" idx="9"/>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&lt;footer&gt;</a:t>
            </a:r>
            <a:endParaRPr lang="en-US" sz="750" b="0" u="none" strike="noStrike">
              <a:solidFill>
                <a:srgbClr val="000000"/>
              </a:solidFill>
              <a:effectLst/>
              <a:uFillTx/>
              <a:latin typeface="Times New Roman"/>
            </a:endParaRPr>
          </a:p>
        </p:txBody>
      </p:sp>
      <p:sp>
        <p:nvSpPr>
          <p:cNvPr id="63" name="PlaceHolder 4">
            <a:extLst>
              <a:ext uri="{C183D7F6-B498-43B3-948B-1728B52AA6E4}">
                <adec:decorative xmlns:adec="http://schemas.microsoft.com/office/drawing/2017/decorative" val="1"/>
              </a:ext>
            </a:extLst>
          </p:cNvPr>
          <p:cNvSpPr>
            <a:spLocks noGrp="1"/>
          </p:cNvSpPr>
          <p:nvPr>
            <p:ph type="sldNum" idx="10"/>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837ECFE9-74A2-489A-B9F3-2B605FD7A97B}"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pic>
        <p:nvPicPr>
          <p:cNvPr id="64" name="Grafik 8">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4704480"/>
            <a:ext cx="696600" cy="438840"/>
          </a:xfrm>
          <a:prstGeom prst="rect">
            <a:avLst/>
          </a:prstGeom>
          <a:noFill/>
          <a:ln w="0">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SFOLIE 02 Weiß">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hasCustomPrompt="1"/>
          </p:nvPr>
        </p:nvSpPr>
        <p:spPr>
          <a:xfrm>
            <a:off x="180000" y="114480"/>
            <a:ext cx="8783640" cy="438840"/>
          </a:xfrm>
          <a:prstGeom prst="rect">
            <a:avLst/>
          </a:prstGeom>
          <a:noFill/>
          <a:ln w="0">
            <a:noFill/>
          </a:ln>
        </p:spPr>
        <p:txBody>
          <a:bodyPr lIns="91440" tIns="45720" rIns="91440" bIns="45720" anchor="t">
            <a:normAutofit fontScale="47500" lnSpcReduction="19999"/>
          </a:bodyPr>
          <a:lstStyle>
            <a:lvl1pPr indent="0" algn="l" defTabSz="685800">
              <a:lnSpc>
                <a:spcPct val="90000"/>
              </a:lnSpc>
              <a:buNone/>
              <a:defRPr lang="de-DE" sz="2700" b="1" u="none" strike="noStrike">
                <a:solidFill>
                  <a:schemeClr val="dk1"/>
                </a:solidFill>
                <a:effectLst/>
                <a:uFillTx/>
                <a:latin typeface="Arial"/>
              </a:defRPr>
            </a:lvl1pPr>
          </a:lstStyle>
          <a:p>
            <a:pPr indent="0" algn="l" defTabSz="685800">
              <a:lnSpc>
                <a:spcPct val="90000"/>
              </a:lnSpc>
              <a:buNone/>
            </a:pPr>
            <a:r>
              <a:rPr lang="de-DE" sz="2700" b="1" u="none" strike="noStrike">
                <a:solidFill>
                  <a:schemeClr val="dk1"/>
                </a:solidFill>
                <a:effectLst/>
                <a:uFillTx/>
                <a:latin typeface="Arial"/>
              </a:rPr>
              <a:t>Folien Überschrift 1 (Arial Bold, 36pt)</a:t>
            </a:r>
            <a:br>
              <a:rPr sz="2700"/>
            </a:br>
            <a:endParaRPr lang="de-DE" sz="2700" b="1" u="none" strike="noStrike">
              <a:solidFill>
                <a:schemeClr val="dk1"/>
              </a:solidFill>
              <a:effectLst/>
              <a:uFillTx/>
              <a:latin typeface="Arial"/>
            </a:endParaRPr>
          </a:p>
        </p:txBody>
      </p:sp>
      <p:sp>
        <p:nvSpPr>
          <p:cNvPr id="66" name="PlaceHolder 2"/>
          <p:cNvSpPr>
            <a:spLocks noGrp="1"/>
          </p:cNvSpPr>
          <p:nvPr>
            <p:ph type="body"/>
          </p:nvPr>
        </p:nvSpPr>
        <p:spPr>
          <a:xfrm>
            <a:off x="179280" y="607680"/>
            <a:ext cx="431964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000000"/>
              </a:buClr>
              <a:buFont typeface="Arial"/>
              <a:buChar char="•"/>
              <a:defRPr lang="en-US" sz="2100" b="0" u="none" strike="noStrike">
                <a:solidFill>
                  <a:schemeClr val="dk1"/>
                </a:solidFill>
                <a:effectLst/>
                <a:uFillTx/>
                <a:latin typeface="Arial"/>
              </a:defRPr>
            </a:lvl1pPr>
            <a:lvl2pPr lvl="1" algn="l" defTabSz="685800">
              <a:lnSpc>
                <a:spcPct val="90000"/>
              </a:lnSpc>
              <a:spcBef>
                <a:spcPts val="374"/>
              </a:spcBef>
              <a:spcAft>
                <a:spcPts val="374"/>
              </a:spcAft>
              <a:buClr>
                <a:srgbClr val="000000"/>
              </a:buClr>
              <a:buFont typeface="Arial"/>
              <a:buChar char="•"/>
              <a:defRPr lang="en-US" sz="1800" b="0" u="none" strike="noStrike">
                <a:solidFill>
                  <a:schemeClr val="dk1"/>
                </a:solidFill>
                <a:effectLst/>
                <a:uFillTx/>
                <a:latin typeface="Arial"/>
              </a:defRPr>
            </a:lvl2pPr>
            <a:lvl3pPr lvl="2" algn="l" defTabSz="685800">
              <a:lnSpc>
                <a:spcPct val="90000"/>
              </a:lnSpc>
              <a:spcBef>
                <a:spcPts val="374"/>
              </a:spcBef>
              <a:spcAft>
                <a:spcPts val="374"/>
              </a:spcAft>
              <a:buClr>
                <a:srgbClr val="000000"/>
              </a:buClr>
              <a:buFont typeface="Symbol" charset="2"/>
              <a:buChar char=""/>
              <a:defRPr lang="en-US" sz="1350" b="0" u="none" strike="noStrike">
                <a:solidFill>
                  <a:schemeClr val="dk1"/>
                </a:solidFill>
                <a:effectLst/>
                <a:uFillTx/>
                <a:latin typeface="Arial"/>
              </a:defRPr>
            </a:lvl3pPr>
            <a:lvl4pPr lvl="3" algn="l" defTabSz="685800">
              <a:lnSpc>
                <a:spcPct val="90000"/>
              </a:lnSpc>
              <a:spcBef>
                <a:spcPts val="374"/>
              </a:spcBef>
              <a:buClr>
                <a:srgbClr val="000000"/>
              </a:buClr>
              <a:buFont typeface="Symbol" charset="2"/>
              <a:buChar char=""/>
              <a:defRPr lang="en-US" sz="1200" b="0" u="none" strike="noStrike">
                <a:solidFill>
                  <a:schemeClr val="dk1"/>
                </a:solidFill>
                <a:effectLst/>
                <a:uFillTx/>
                <a:latin typeface="Arial"/>
              </a:defRPr>
            </a:lvl4pPr>
            <a:lvl5pPr lvl="4" algn="l" defTabSz="685800">
              <a:lnSpc>
                <a:spcPct val="90000"/>
              </a:lnSpc>
              <a:spcBef>
                <a:spcPts val="374"/>
              </a:spcBef>
              <a:buClr>
                <a:srgbClr val="000000"/>
              </a:buClr>
              <a:buFont typeface="Arial"/>
              <a:buChar char="•"/>
              <a:defRPr lang="en-US" sz="1050" b="0" u="none" strike="noStrike">
                <a:solidFill>
                  <a:schemeClr val="dk1"/>
                </a:solidFill>
                <a:effectLst/>
                <a:uFillTx/>
                <a:latin typeface="Arial"/>
              </a:defRPr>
            </a:lvl5pPr>
          </a:lstStyle>
          <a:p>
            <a:pPr marL="171360" indent="-171360" algn="l" defTabSz="685800">
              <a:lnSpc>
                <a:spcPct val="90000"/>
              </a:lnSpc>
              <a:spcBef>
                <a:spcPts val="374"/>
              </a:spcBef>
              <a:spcAft>
                <a:spcPts val="374"/>
              </a:spcAft>
              <a:buClr>
                <a:srgbClr val="000000"/>
              </a:buClr>
              <a:buFont typeface="Arial"/>
              <a:buChar char="•"/>
            </a:pPr>
            <a:r>
              <a:rPr lang="en-US" sz="2100" b="0" u="none" strike="noStrike">
                <a:solidFill>
                  <a:schemeClr val="dk1"/>
                </a:solidFill>
                <a:effectLst/>
                <a:uFillTx/>
                <a:latin typeface="Arial"/>
              </a:rPr>
              <a:t>Click to edit Master text styles</a:t>
            </a:r>
            <a:endParaRPr lang="de-DE" sz="2100" b="0" u="none" strike="noStrike">
              <a:solidFill>
                <a:schemeClr val="dk1"/>
              </a:solidFill>
              <a:effectLst/>
              <a:uFillTx/>
              <a:latin typeface="Arial"/>
            </a:endParaRPr>
          </a:p>
          <a:p>
            <a:pPr marL="514440" lvl="1" indent="-171360" algn="l" defTabSz="685800">
              <a:lnSpc>
                <a:spcPct val="90000"/>
              </a:lnSpc>
              <a:spcBef>
                <a:spcPts val="374"/>
              </a:spcBef>
              <a:spcAft>
                <a:spcPts val="374"/>
              </a:spcAft>
              <a:buClr>
                <a:srgbClr val="000000"/>
              </a:buClr>
              <a:buFont typeface="Arial"/>
              <a:buChar char="•"/>
            </a:pPr>
            <a:r>
              <a:rPr lang="en-US" sz="1800" b="0" u="none" strike="noStrike">
                <a:solidFill>
                  <a:schemeClr val="dk1"/>
                </a:solidFill>
                <a:effectLst/>
                <a:uFillTx/>
                <a:latin typeface="Arial"/>
              </a:rPr>
              <a:t>Second level</a:t>
            </a:r>
            <a:endParaRPr lang="de-DE" sz="1800" b="0" u="none" strike="noStrike">
              <a:solidFill>
                <a:schemeClr val="dk1"/>
              </a:solidFill>
              <a:effectLst/>
              <a:uFillTx/>
              <a:latin typeface="Arial"/>
            </a:endParaRPr>
          </a:p>
          <a:p>
            <a:pPr marL="857160" lvl="2" indent="-171360" algn="l" defTabSz="685800">
              <a:lnSpc>
                <a:spcPct val="90000"/>
              </a:lnSpc>
              <a:spcBef>
                <a:spcPts val="374"/>
              </a:spcBef>
              <a:spcAft>
                <a:spcPts val="374"/>
              </a:spcAft>
              <a:buClr>
                <a:srgbClr val="000000"/>
              </a:buClr>
              <a:buFont typeface="Symbol" charset="2"/>
              <a:buChar char=""/>
            </a:pPr>
            <a:r>
              <a:rPr lang="en-US" sz="1350" b="0" u="none" strike="noStrike">
                <a:solidFill>
                  <a:schemeClr val="dk1"/>
                </a:solidFill>
                <a:effectLst/>
                <a:uFillTx/>
                <a:latin typeface="Arial"/>
              </a:rPr>
              <a:t>Third level</a:t>
            </a:r>
            <a:endParaRPr lang="de-DE" sz="1350" b="0" u="none" strike="noStrike">
              <a:solidFill>
                <a:schemeClr val="dk1"/>
              </a:solidFill>
              <a:effectLst/>
              <a:uFillTx/>
              <a:latin typeface="Arial"/>
            </a:endParaRPr>
          </a:p>
          <a:p>
            <a:pPr marL="1285920" lvl="3" indent="-171360" algn="l" defTabSz="685800">
              <a:lnSpc>
                <a:spcPct val="90000"/>
              </a:lnSpc>
              <a:spcBef>
                <a:spcPts val="374"/>
              </a:spcBef>
              <a:buClr>
                <a:srgbClr val="000000"/>
              </a:buClr>
              <a:buFont typeface="Symbol" charset="2"/>
              <a:buChar char=""/>
            </a:pPr>
            <a:r>
              <a:rPr lang="en-US" sz="1200" b="0" u="none" strike="noStrike">
                <a:solidFill>
                  <a:schemeClr val="dk1"/>
                </a:solidFill>
                <a:effectLst/>
                <a:uFillTx/>
                <a:latin typeface="Arial"/>
              </a:rPr>
              <a:t>Fourth level</a:t>
            </a:r>
            <a:endParaRPr lang="de-DE" sz="1200" b="0" u="none" strike="noStrike">
              <a:solidFill>
                <a:schemeClr val="dk1"/>
              </a:solidFill>
              <a:effectLst/>
              <a:uFillTx/>
              <a:latin typeface="Arial"/>
            </a:endParaRPr>
          </a:p>
          <a:p>
            <a:pPr marL="1542960" lvl="4" indent="-171360" algn="l" defTabSz="685800">
              <a:lnSpc>
                <a:spcPct val="90000"/>
              </a:lnSpc>
              <a:spcBef>
                <a:spcPts val="374"/>
              </a:spcBef>
              <a:buClr>
                <a:srgbClr val="000000"/>
              </a:buClr>
              <a:buFont typeface="Arial"/>
              <a:buChar char="•"/>
            </a:pPr>
            <a:r>
              <a:rPr lang="en-US" sz="1050" b="0" u="none" strike="noStrike">
                <a:solidFill>
                  <a:schemeClr val="dk1"/>
                </a:solidFill>
                <a:effectLst/>
                <a:uFillTx/>
                <a:latin typeface="Arial"/>
              </a:rPr>
              <a:t>Fifth level</a:t>
            </a:r>
            <a:endParaRPr lang="de-DE" sz="1050" b="0" u="none" strike="noStrike">
              <a:solidFill>
                <a:schemeClr val="dk1"/>
              </a:solidFill>
              <a:effectLst/>
              <a:uFillTx/>
              <a:latin typeface="Arial"/>
            </a:endParaRPr>
          </a:p>
        </p:txBody>
      </p:sp>
      <p:sp>
        <p:nvSpPr>
          <p:cNvPr id="67" name="PlaceHolder 3"/>
          <p:cNvSpPr>
            <a:spLocks noGrp="1"/>
          </p:cNvSpPr>
          <p:nvPr>
            <p:ph type="body"/>
          </p:nvPr>
        </p:nvSpPr>
        <p:spPr>
          <a:xfrm>
            <a:off x="4644720" y="607680"/>
            <a:ext cx="4319640" cy="4049640"/>
          </a:xfrm>
          <a:prstGeom prst="rect">
            <a:avLst/>
          </a:prstGeom>
          <a:noFill/>
          <a:ln w="0">
            <a:noFill/>
          </a:ln>
        </p:spPr>
        <p:txBody>
          <a:bodyPr lIns="91440" tIns="45720" rIns="91440" bIns="45720" anchor="t">
            <a:noAutofit/>
          </a:bodyPr>
          <a:lstStyle>
            <a:lvl1pPr algn="l" defTabSz="685800">
              <a:lnSpc>
                <a:spcPct val="90000"/>
              </a:lnSpc>
              <a:spcBef>
                <a:spcPts val="374"/>
              </a:spcBef>
              <a:spcAft>
                <a:spcPts val="374"/>
              </a:spcAft>
              <a:buClr>
                <a:srgbClr val="000000"/>
              </a:buClr>
              <a:buFont typeface="Arial"/>
              <a:buChar char="•"/>
              <a:defRPr lang="en-US" sz="2100" b="0" u="none" strike="noStrike">
                <a:solidFill>
                  <a:schemeClr val="dk1"/>
                </a:solidFill>
                <a:effectLst/>
                <a:uFillTx/>
                <a:latin typeface="Arial"/>
              </a:defRPr>
            </a:lvl1pPr>
            <a:lvl2pPr lvl="1" algn="l" defTabSz="685800">
              <a:lnSpc>
                <a:spcPct val="90000"/>
              </a:lnSpc>
              <a:spcBef>
                <a:spcPts val="374"/>
              </a:spcBef>
              <a:spcAft>
                <a:spcPts val="374"/>
              </a:spcAft>
              <a:buClr>
                <a:srgbClr val="000000"/>
              </a:buClr>
              <a:buFont typeface="Arial"/>
              <a:buChar char="•"/>
              <a:defRPr lang="en-US" sz="1800" b="0" u="none" strike="noStrike">
                <a:solidFill>
                  <a:schemeClr val="dk1"/>
                </a:solidFill>
                <a:effectLst/>
                <a:uFillTx/>
                <a:latin typeface="Arial"/>
              </a:defRPr>
            </a:lvl2pPr>
            <a:lvl3pPr lvl="2" algn="l" defTabSz="685800">
              <a:lnSpc>
                <a:spcPct val="90000"/>
              </a:lnSpc>
              <a:spcBef>
                <a:spcPts val="374"/>
              </a:spcBef>
              <a:spcAft>
                <a:spcPts val="374"/>
              </a:spcAft>
              <a:buClr>
                <a:srgbClr val="000000"/>
              </a:buClr>
              <a:buFont typeface="Symbol" charset="2"/>
              <a:buChar char=""/>
              <a:defRPr lang="en-US" sz="1350" b="0" u="none" strike="noStrike">
                <a:solidFill>
                  <a:schemeClr val="dk1"/>
                </a:solidFill>
                <a:effectLst/>
                <a:uFillTx/>
                <a:latin typeface="Arial"/>
              </a:defRPr>
            </a:lvl3pPr>
            <a:lvl4pPr lvl="3" algn="l" defTabSz="685800">
              <a:lnSpc>
                <a:spcPct val="90000"/>
              </a:lnSpc>
              <a:spcBef>
                <a:spcPts val="374"/>
              </a:spcBef>
              <a:buClr>
                <a:srgbClr val="000000"/>
              </a:buClr>
              <a:buFont typeface="Symbol" charset="2"/>
              <a:buChar char=""/>
              <a:defRPr lang="en-US" sz="1200" b="0" u="none" strike="noStrike">
                <a:solidFill>
                  <a:schemeClr val="dk1"/>
                </a:solidFill>
                <a:effectLst/>
                <a:uFillTx/>
                <a:latin typeface="Arial"/>
              </a:defRPr>
            </a:lvl4pPr>
            <a:lvl5pPr lvl="4" algn="l" defTabSz="685800">
              <a:lnSpc>
                <a:spcPct val="90000"/>
              </a:lnSpc>
              <a:spcBef>
                <a:spcPts val="374"/>
              </a:spcBef>
              <a:buClr>
                <a:srgbClr val="000000"/>
              </a:buClr>
              <a:buFont typeface="Arial"/>
              <a:buChar char="•"/>
              <a:defRPr lang="en-US" sz="1050" b="0" u="none" strike="noStrike">
                <a:solidFill>
                  <a:schemeClr val="dk1"/>
                </a:solidFill>
                <a:effectLst/>
                <a:uFillTx/>
                <a:latin typeface="Arial"/>
              </a:defRPr>
            </a:lvl5pPr>
          </a:lstStyle>
          <a:p>
            <a:pPr marL="171360" indent="-171360" algn="l" defTabSz="685800">
              <a:lnSpc>
                <a:spcPct val="90000"/>
              </a:lnSpc>
              <a:spcBef>
                <a:spcPts val="374"/>
              </a:spcBef>
              <a:spcAft>
                <a:spcPts val="374"/>
              </a:spcAft>
              <a:buClr>
                <a:srgbClr val="000000"/>
              </a:buClr>
              <a:buFont typeface="Arial"/>
              <a:buChar char="•"/>
            </a:pPr>
            <a:r>
              <a:rPr lang="en-US" sz="2100" b="0" u="none" strike="noStrike">
                <a:solidFill>
                  <a:schemeClr val="dk1"/>
                </a:solidFill>
                <a:effectLst/>
                <a:uFillTx/>
                <a:latin typeface="Arial"/>
              </a:rPr>
              <a:t>Click to edit Master text styles</a:t>
            </a:r>
            <a:endParaRPr lang="de-DE" sz="2100" b="0" u="none" strike="noStrike">
              <a:solidFill>
                <a:schemeClr val="dk1"/>
              </a:solidFill>
              <a:effectLst/>
              <a:uFillTx/>
              <a:latin typeface="Arial"/>
            </a:endParaRPr>
          </a:p>
          <a:p>
            <a:pPr marL="514440" lvl="1" indent="-171360" algn="l" defTabSz="685800">
              <a:lnSpc>
                <a:spcPct val="90000"/>
              </a:lnSpc>
              <a:spcBef>
                <a:spcPts val="374"/>
              </a:spcBef>
              <a:spcAft>
                <a:spcPts val="374"/>
              </a:spcAft>
              <a:buClr>
                <a:srgbClr val="000000"/>
              </a:buClr>
              <a:buFont typeface="Arial"/>
              <a:buChar char="•"/>
            </a:pPr>
            <a:r>
              <a:rPr lang="en-US" sz="1800" b="0" u="none" strike="noStrike">
                <a:solidFill>
                  <a:schemeClr val="dk1"/>
                </a:solidFill>
                <a:effectLst/>
                <a:uFillTx/>
                <a:latin typeface="Arial"/>
              </a:rPr>
              <a:t>Second level</a:t>
            </a:r>
            <a:endParaRPr lang="de-DE" sz="1800" b="0" u="none" strike="noStrike">
              <a:solidFill>
                <a:schemeClr val="dk1"/>
              </a:solidFill>
              <a:effectLst/>
              <a:uFillTx/>
              <a:latin typeface="Arial"/>
            </a:endParaRPr>
          </a:p>
          <a:p>
            <a:pPr marL="857160" lvl="2" indent="-171360" algn="l" defTabSz="685800">
              <a:lnSpc>
                <a:spcPct val="90000"/>
              </a:lnSpc>
              <a:spcBef>
                <a:spcPts val="374"/>
              </a:spcBef>
              <a:spcAft>
                <a:spcPts val="374"/>
              </a:spcAft>
              <a:buClr>
                <a:srgbClr val="000000"/>
              </a:buClr>
              <a:buFont typeface="Symbol" charset="2"/>
              <a:buChar char=""/>
            </a:pPr>
            <a:r>
              <a:rPr lang="en-US" sz="1350" b="0" u="none" strike="noStrike">
                <a:solidFill>
                  <a:schemeClr val="dk1"/>
                </a:solidFill>
                <a:effectLst/>
                <a:uFillTx/>
                <a:latin typeface="Arial"/>
              </a:rPr>
              <a:t>Third level</a:t>
            </a:r>
            <a:endParaRPr lang="de-DE" sz="1350" b="0" u="none" strike="noStrike">
              <a:solidFill>
                <a:schemeClr val="dk1"/>
              </a:solidFill>
              <a:effectLst/>
              <a:uFillTx/>
              <a:latin typeface="Arial"/>
            </a:endParaRPr>
          </a:p>
          <a:p>
            <a:pPr marL="1285920" lvl="3" indent="-171360" algn="l" defTabSz="685800">
              <a:lnSpc>
                <a:spcPct val="90000"/>
              </a:lnSpc>
              <a:spcBef>
                <a:spcPts val="374"/>
              </a:spcBef>
              <a:buClr>
                <a:srgbClr val="000000"/>
              </a:buClr>
              <a:buFont typeface="Symbol" charset="2"/>
              <a:buChar char=""/>
            </a:pPr>
            <a:r>
              <a:rPr lang="en-US" sz="1200" b="0" u="none" strike="noStrike">
                <a:solidFill>
                  <a:schemeClr val="dk1"/>
                </a:solidFill>
                <a:effectLst/>
                <a:uFillTx/>
                <a:latin typeface="Arial"/>
              </a:rPr>
              <a:t>Fourth level</a:t>
            </a:r>
            <a:endParaRPr lang="de-DE" sz="1200" b="0" u="none" strike="noStrike">
              <a:solidFill>
                <a:schemeClr val="dk1"/>
              </a:solidFill>
              <a:effectLst/>
              <a:uFillTx/>
              <a:latin typeface="Arial"/>
            </a:endParaRPr>
          </a:p>
          <a:p>
            <a:pPr marL="1542960" lvl="4" indent="-171360" algn="l" defTabSz="685800">
              <a:lnSpc>
                <a:spcPct val="90000"/>
              </a:lnSpc>
              <a:spcBef>
                <a:spcPts val="374"/>
              </a:spcBef>
              <a:buClr>
                <a:srgbClr val="000000"/>
              </a:buClr>
              <a:buFont typeface="Arial"/>
              <a:buChar char="•"/>
            </a:pPr>
            <a:r>
              <a:rPr lang="en-US" sz="1050" b="0" u="none" strike="noStrike">
                <a:solidFill>
                  <a:schemeClr val="dk1"/>
                </a:solidFill>
                <a:effectLst/>
                <a:uFillTx/>
                <a:latin typeface="Arial"/>
              </a:rPr>
              <a:t>Fifth level</a:t>
            </a:r>
            <a:endParaRPr lang="de-DE" sz="1050" b="0" u="none" strike="noStrike">
              <a:solidFill>
                <a:schemeClr val="dk1"/>
              </a:solidFill>
              <a:effectLst/>
              <a:uFillTx/>
              <a:latin typeface="Arial"/>
            </a:endParaRPr>
          </a:p>
        </p:txBody>
      </p:sp>
      <p:cxnSp>
        <p:nvCxnSpPr>
          <p:cNvPr id="68" name="Gerader Verbinder 23">
            <a:extLst>
              <a:ext uri="{C183D7F6-B498-43B3-948B-1728B52AA6E4}">
                <adec:decorative xmlns:adec="http://schemas.microsoft.com/office/drawing/2017/decorative" val="1"/>
              </a:ext>
            </a:extLst>
          </p:cNvPr>
          <p:cNvCxnSpPr/>
          <p:nvPr/>
        </p:nvCxnSpPr>
        <p:spPr>
          <a:xfrm>
            <a:off x="0" y="4729320"/>
            <a:ext cx="9144360" cy="360"/>
          </a:xfrm>
          <a:prstGeom prst="straightConnector1">
            <a:avLst/>
          </a:prstGeom>
          <a:ln w="12700">
            <a:solidFill>
              <a:srgbClr val="72777A"/>
            </a:solidFill>
          </a:ln>
        </p:spPr>
      </p:cxnSp>
      <p:cxnSp>
        <p:nvCxnSpPr>
          <p:cNvPr id="69" name="Gerader Verbinder 12">
            <a:extLst>
              <a:ext uri="{C183D7F6-B498-43B3-948B-1728B52AA6E4}">
                <adec:decorative xmlns:adec="http://schemas.microsoft.com/office/drawing/2017/decorative" val="1"/>
              </a:ext>
            </a:extLst>
          </p:cNvPr>
          <p:cNvCxnSpPr/>
          <p:nvPr/>
        </p:nvCxnSpPr>
        <p:spPr>
          <a:xfrm>
            <a:off x="8555040" y="4767480"/>
            <a:ext cx="360" cy="334080"/>
          </a:xfrm>
          <a:prstGeom prst="straightConnector1">
            <a:avLst/>
          </a:prstGeom>
          <a:ln w="12700">
            <a:solidFill>
              <a:srgbClr val="FFFFFF">
                <a:lumMod val="65000"/>
              </a:srgbClr>
            </a:solidFill>
          </a:ln>
        </p:spPr>
      </p:cxnSp>
      <p:sp>
        <p:nvSpPr>
          <p:cNvPr id="70" name="PlaceHolder 4">
            <a:extLst>
              <a:ext uri="{C183D7F6-B498-43B3-948B-1728B52AA6E4}">
                <adec:decorative xmlns:adec="http://schemas.microsoft.com/office/drawing/2017/decorative" val="1"/>
              </a:ext>
            </a:extLst>
          </p:cNvPr>
          <p:cNvSpPr>
            <a:spLocks noGrp="1"/>
          </p:cNvSpPr>
          <p:nvPr>
            <p:ph type="ftr" idx="11"/>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&lt;footer&gt;</a:t>
            </a:r>
            <a:endParaRPr lang="en-US" sz="750" b="0" u="none" strike="noStrike">
              <a:solidFill>
                <a:srgbClr val="000000"/>
              </a:solidFill>
              <a:effectLst/>
              <a:uFillTx/>
              <a:latin typeface="Times New Roman"/>
            </a:endParaRPr>
          </a:p>
        </p:txBody>
      </p:sp>
      <p:sp>
        <p:nvSpPr>
          <p:cNvPr id="71" name="PlaceHolder 5">
            <a:extLst>
              <a:ext uri="{C183D7F6-B498-43B3-948B-1728B52AA6E4}">
                <adec:decorative xmlns:adec="http://schemas.microsoft.com/office/drawing/2017/decorative" val="1"/>
              </a:ext>
            </a:extLst>
          </p:cNvPr>
          <p:cNvSpPr>
            <a:spLocks noGrp="1"/>
          </p:cNvSpPr>
          <p:nvPr>
            <p:ph type="sldNum" idx="12"/>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531195A4-78FE-4AA6-BF66-2172A2B56012}"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pic>
        <p:nvPicPr>
          <p:cNvPr id="72" name="Grafik 9">
            <a:extLst>
              <a:ext uri="{C183D7F6-B498-43B3-948B-1728B52AA6E4}">
                <adec:decorative xmlns:adec="http://schemas.microsoft.com/office/drawing/2017/decorative" val="1"/>
              </a:ext>
            </a:extLst>
          </p:cNvPr>
          <p:cNvPicPr/>
          <p:nvPr/>
        </p:nvPicPr>
        <p:blipFill>
          <a:blip r:embed="rId2">
            <a:extLst>
              <a:ext uri="{96DAC541-7B7A-43D3-8B79-37D633B846F1}">
                <asvg:svgBlip xmlns:asvg="http://schemas.microsoft.com/office/drawing/2016/SVG/main" r:embed="rId3"/>
              </a:ext>
            </a:extLst>
          </a:blip>
          <a:stretch/>
        </p:blipFill>
        <p:spPr>
          <a:xfrm>
            <a:off x="0" y="4704480"/>
            <a:ext cx="696600" cy="438840"/>
          </a:xfrm>
          <a:prstGeom prst="rect">
            <a:avLst/>
          </a:prstGeom>
          <a:noFill/>
          <a:ln w="0">
            <a:noFill/>
          </a:ln>
        </p:spPr>
      </p:pic>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hyperlink" Target="https://docs.arc42.org/section-1/" TargetMode="External"/><Relationship Id="rId2" Type="http://schemas.openxmlformats.org/officeDocument/2006/relationships/hyperlink" Target="https://biking.michael-simons.eu/docs/index.html#section-introduction-and-goals" TargetMode="External"/><Relationship Id="rId3"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hyperlink" Target="https://iso25000.com/index.php/en/iso-25000-standards/iso-25010" TargetMode="External"/><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hasCustomPrompt="1"/>
          </p:nvPr>
        </p:nvSpPr>
        <p:spPr>
          <a:xfrm>
            <a:off x="3058920" y="3582720"/>
            <a:ext cx="5215680" cy="531720"/>
          </a:xfrm>
          <a:prstGeom prst="rect">
            <a:avLst/>
          </a:prstGeom>
          <a:noFill/>
          <a:ln w="0">
            <a:noFill/>
          </a:ln>
        </p:spPr>
        <p:txBody>
          <a:bodyPr lIns="91440" tIns="45720" rIns="91440" bIns="45720" anchor="ctr">
            <a:normAutofit/>
          </a:bodyPr>
          <a:p>
            <a:pPr indent="0" algn="r" defTabSz="685800">
              <a:lnSpc>
                <a:spcPct val="90000"/>
              </a:lnSpc>
              <a:buNone/>
            </a:pPr>
            <a:r>
              <a:rPr lang="en-US" sz="2700" b="1" u="none" strike="noStrike">
                <a:solidFill>
                  <a:schemeClr val="accent1"/>
                </a:solidFill>
                <a:effectLst/>
                <a:uFillTx/>
                <a:latin typeface="Arial"/>
              </a:rPr>
              <a:t>Introduction and Goals</a:t>
            </a:r>
            <a:endParaRPr lang="de-DE" sz="2700" b="1" u="none" strike="noStrike">
              <a:solidFill>
                <a:schemeClr val="accent1"/>
              </a:solidFill>
              <a:effectLst/>
              <a:uFillTx/>
              <a:latin typeface="Arial"/>
            </a:endParaRPr>
          </a:p>
        </p:txBody>
      </p:sp>
      <p:sp>
        <p:nvSpPr>
          <p:cNvPr id="74" name="PlaceHolder 2"/>
          <p:cNvSpPr>
            <a:spLocks noGrp="1"/>
          </p:cNvSpPr>
          <p:nvPr>
            <p:ph hasCustomPrompt="1"/>
          </p:nvPr>
        </p:nvSpPr>
        <p:spPr>
          <a:xfrm>
            <a:off x="3058920" y="4182120"/>
            <a:ext cx="5215680" cy="359280"/>
          </a:xfrm>
          <a:prstGeom prst="rect">
            <a:avLst/>
          </a:prstGeom>
          <a:noFill/>
          <a:ln w="0">
            <a:noFill/>
          </a:ln>
        </p:spPr>
        <p:txBody>
          <a:bodyPr lIns="91440" tIns="45720" rIns="91440" bIns="45720" anchor="t">
            <a:normAutofit lnSpcReduction="9999"/>
          </a:bodyPr>
          <a:p>
            <a:pPr indent="0" algn="r" defTabSz="685800">
              <a:lnSpc>
                <a:spcPct val="90000"/>
              </a:lnSpc>
              <a:spcBef>
                <a:spcPts val="374"/>
              </a:spcBef>
              <a:spcAft>
                <a:spcPts val="374"/>
              </a:spcAft>
              <a:buNone/>
              <a:tabLst>
                <a:tab pos="0" algn="l"/>
              </a:tabLst>
            </a:pPr>
            <a:r>
              <a:rPr lang="en-US" sz="2100" b="0" u="none" strike="noStrike">
                <a:solidFill>
                  <a:schemeClr val="accent1"/>
                </a:solidFill>
                <a:effectLst/>
                <a:uFillTx/>
                <a:latin typeface="Arial"/>
              </a:rPr>
              <a:t>Software Architecture</a:t>
            </a:r>
            <a:endParaRPr lang="de-DE" sz="2100" b="0" u="none" strike="noStrike">
              <a:solidFill>
                <a:schemeClr val="accent1"/>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hasCustomPrompt="1"/>
          </p:nvPr>
        </p:nvSpPr>
        <p:spPr>
          <a:xfrm>
            <a:off x="180000" y="114480"/>
            <a:ext cx="8775000" cy="438840"/>
          </a:xfrm>
          <a:prstGeom prst="rect">
            <a:avLst/>
          </a:prstGeom>
          <a:noFill/>
          <a:ln w="0">
            <a:noFill/>
          </a:ln>
        </p:spPr>
        <p:txBody>
          <a:bodyPr lIns="91440" tIns="45720" rIns="91440" bIns="45720" anchor="t">
            <a:normAutofit lnSpcReduction="9999"/>
          </a:bodyPr>
          <a:p>
            <a:pPr indent="0" algn="l" defTabSz="685800">
              <a:lnSpc>
                <a:spcPct val="90000"/>
              </a:lnSpc>
              <a:buNone/>
            </a:pPr>
            <a:r>
              <a:rPr lang="en-US" sz="2700" b="1" u="none" strike="noStrike">
                <a:solidFill>
                  <a:schemeClr val="dk1"/>
                </a:solidFill>
                <a:effectLst/>
                <a:uFillTx/>
                <a:latin typeface="Arial"/>
              </a:rPr>
              <a:t>Requirements Overview</a:t>
            </a:r>
            <a:endParaRPr lang="de-DE" sz="2700" b="1" u="none" strike="noStrike">
              <a:solidFill>
                <a:schemeClr val="dk1"/>
              </a:solidFill>
              <a:effectLst/>
              <a:uFillTx/>
              <a:latin typeface="Arial"/>
            </a:endParaRPr>
          </a:p>
        </p:txBody>
      </p:sp>
      <p:sp>
        <p:nvSpPr>
          <p:cNvPr id="76" name="PlaceHolder 2"/>
          <p:cNvSpPr>
            <a:spLocks noGrp="1"/>
          </p:cNvSpPr>
          <p:nvPr>
            <p:ph/>
          </p:nvPr>
        </p:nvSpPr>
        <p:spPr>
          <a:xfrm>
            <a:off x="180000" y="607680"/>
            <a:ext cx="8775000" cy="842040"/>
          </a:xfrm>
          <a:prstGeom prst="rect">
            <a:avLst/>
          </a:prstGeom>
          <a:noFill/>
          <a:ln w="0">
            <a:noFill/>
          </a:ln>
        </p:spPr>
        <p:txBody>
          <a:bodyPr lIns="91440" tIns="45720" rIns="91440" bIns="45720" anchor="t">
            <a:normAutofit/>
          </a:bodyPr>
          <a:p>
            <a:pPr indent="0" algn="l" defTabSz="685800">
              <a:lnSpc>
                <a:spcPct val="90000"/>
              </a:lnSpc>
              <a:spcBef>
                <a:spcPts val="374"/>
              </a:spcBef>
              <a:spcAft>
                <a:spcPts val="374"/>
              </a:spcAft>
              <a:buNone/>
              <a:tabLst>
                <a:tab pos="0" algn="l"/>
              </a:tabLst>
            </a:pPr>
            <a:r>
              <a:rPr lang="en-US" sz="1400" b="0" i="1" u="none" strike="noStrike">
                <a:solidFill>
                  <a:schemeClr val="dk1"/>
                </a:solidFill>
                <a:effectLst/>
                <a:uFillTx/>
                <a:latin typeface="Arial"/>
              </a:rPr>
              <a:t>What is Ride Sharing App?</a:t>
            </a:r>
            <a:endParaRPr lang="de-DE" sz="1400" b="0" u="none" strike="noStrike">
              <a:solidFill>
                <a:schemeClr val="dk1"/>
              </a:solidFill>
              <a:effectLst/>
              <a:uFillTx/>
              <a:latin typeface="Arial"/>
            </a:endParaRPr>
          </a:p>
          <a:p>
            <a:pPr indent="0" algn="l" defTabSz="685800">
              <a:lnSpc>
                <a:spcPct val="90000"/>
              </a:lnSpc>
              <a:spcBef>
                <a:spcPts val="374"/>
              </a:spcBef>
              <a:spcAft>
                <a:spcPts val="374"/>
              </a:spcAft>
              <a:buNone/>
              <a:tabLst>
                <a:tab pos="0" algn="l"/>
              </a:tabLst>
            </a:pPr>
            <a:r>
              <a:rPr lang="en-US" sz="1600" b="0" u="none" strike="noStrike">
                <a:solidFill>
                  <a:schemeClr val="dk1"/>
                </a:solidFill>
                <a:effectLst/>
                <a:uFillTx/>
                <a:latin typeface="Arial"/>
              </a:rPr>
              <a:t>The main purpose of our Ride Sharing application to provide an affordable and convenient transportation option for users, while also reducing traffic congestion and emissions.</a:t>
            </a:r>
            <a:endParaRPr lang="de-DE" sz="1600" b="0" u="none" strike="noStrike">
              <a:solidFill>
                <a:schemeClr val="dk1"/>
              </a:solidFill>
              <a:effectLst/>
              <a:uFillTx/>
              <a:latin typeface="Arial"/>
            </a:endParaRPr>
          </a:p>
        </p:txBody>
      </p:sp>
      <p:sp>
        <p:nvSpPr>
          <p:cNvPr id="77" name="PlaceHolder 3">
            <a:extLst>
              <a:ext uri="{C183D7F6-B498-43B3-948B-1728B52AA6E4}">
                <adec:decorative xmlns:adec="http://schemas.microsoft.com/office/drawing/2017/decorative" val="1"/>
              </a:ext>
            </a:extLst>
          </p:cNvPr>
          <p:cNvSpPr>
            <a:spLocks noGrp="1"/>
          </p:cNvSpPr>
          <p:nvPr>
            <p:ph type="ftr" idx="13"/>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Software Architecture</a:t>
            </a:r>
            <a:endParaRPr lang="en-US" sz="750" b="0" u="none" strike="noStrike">
              <a:solidFill>
                <a:srgbClr val="000000"/>
              </a:solidFill>
              <a:effectLst/>
              <a:uFillTx/>
              <a:latin typeface="Times New Roman"/>
            </a:endParaRPr>
          </a:p>
        </p:txBody>
      </p:sp>
      <p:sp>
        <p:nvSpPr>
          <p:cNvPr id="78" name="PlaceHolder 4">
            <a:extLst>
              <a:ext uri="{C183D7F6-B498-43B3-948B-1728B52AA6E4}">
                <adec:decorative xmlns:adec="http://schemas.microsoft.com/office/drawing/2017/decorative" val="1"/>
              </a:ext>
            </a:extLst>
          </p:cNvPr>
          <p:cNvSpPr>
            <a:spLocks noGrp="1"/>
          </p:cNvSpPr>
          <p:nvPr>
            <p:ph type="sldNum" idx="14"/>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E0B6EBD7-A894-4CA6-BE44-C347EE624D4E}"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sp>
        <p:nvSpPr>
          <p:cNvPr id="79" name="Textplatzhalter 6"/>
          <p:cNvSpPr/>
          <p:nvPr/>
        </p:nvSpPr>
        <p:spPr>
          <a:xfrm>
            <a:off x="180000" y="3254400"/>
            <a:ext cx="8775000" cy="1402560"/>
          </a:xfrm>
          <a:prstGeom prst="rect">
            <a:avLst/>
          </a:prstGeom>
          <a:noFill/>
          <a:ln w="0">
            <a:noFill/>
          </a:ln>
        </p:spPr>
        <p:style>
          <a:lnRef idx="0"/>
          <a:fillRef idx="0"/>
          <a:effectRef idx="0"/>
          <a:fontRef idx="minor"/>
        </p:style>
        <p:txBody>
          <a:bodyPr anchor="t">
            <a:normAutofit/>
          </a:bodyPr>
          <a:p>
            <a:pPr defTabSz="685800">
              <a:lnSpc>
                <a:spcPct val="90000"/>
              </a:lnSpc>
              <a:spcBef>
                <a:spcPts val="374"/>
              </a:spcBef>
              <a:spcAft>
                <a:spcPts val="374"/>
              </a:spcAft>
              <a:tabLst>
                <a:tab pos="0" algn="l"/>
              </a:tabLst>
            </a:pPr>
            <a:r>
              <a:rPr lang="en-US" sz="1200" b="0" i="1" u="none" strike="noStrike">
                <a:solidFill>
                  <a:schemeClr val="dk2"/>
                </a:solidFill>
                <a:effectLst/>
                <a:uFillTx/>
                <a:latin typeface="Arial"/>
              </a:rPr>
              <a:t>From the point of view of the end users a system is created or modified to improve support of a business activity and/or improve the quality. Keep these excerpts as short as possible.</a:t>
            </a:r>
            <a:endParaRPr lang="en-US" sz="1200" b="0" u="none" strike="noStrike">
              <a:solidFill>
                <a:srgbClr val="000000"/>
              </a:solidFill>
              <a:effectLst/>
              <a:uFillTx/>
              <a:latin typeface="Arial"/>
            </a:endParaRPr>
          </a:p>
          <a:p>
            <a:pPr defTabSz="685800">
              <a:lnSpc>
                <a:spcPct val="90000"/>
              </a:lnSpc>
              <a:spcBef>
                <a:spcPts val="374"/>
              </a:spcBef>
              <a:spcAft>
                <a:spcPts val="374"/>
              </a:spcAft>
              <a:tabLst>
                <a:tab pos="0" algn="l"/>
              </a:tabLst>
            </a:pPr>
            <a:r>
              <a:rPr lang="en-US" sz="1200" b="0" u="none" strike="noStrike">
                <a:solidFill>
                  <a:schemeClr val="dk2"/>
                </a:solidFill>
                <a:effectLst/>
                <a:uFillTx/>
                <a:latin typeface="Arial"/>
              </a:rPr>
              <a:t>Define the main purpose of your software and list the main features.</a:t>
            </a:r>
            <a:endParaRPr lang="en-US" sz="1200" b="0" u="none" strike="noStrike">
              <a:solidFill>
                <a:srgbClr val="000000"/>
              </a:solidFill>
              <a:effectLst/>
              <a:uFillTx/>
              <a:latin typeface="Arial"/>
            </a:endParaRPr>
          </a:p>
          <a:p>
            <a:pPr defTabSz="685800">
              <a:lnSpc>
                <a:spcPct val="90000"/>
              </a:lnSpc>
              <a:spcBef>
                <a:spcPts val="374"/>
              </a:spcBef>
              <a:spcAft>
                <a:spcPts val="374"/>
              </a:spcAft>
              <a:tabLst>
                <a:tab pos="0" algn="l"/>
              </a:tabLst>
            </a:pPr>
            <a:r>
              <a:rPr lang="en-US" sz="1200" b="0" u="none" strike="noStrike">
                <a:solidFill>
                  <a:schemeClr val="dk2"/>
                </a:solidFill>
                <a:effectLst/>
                <a:uFillTx/>
                <a:latin typeface="Arial"/>
              </a:rPr>
              <a:t>Help: </a:t>
            </a:r>
            <a:r>
              <a:rPr lang="en-US" sz="1200" b="0" u="sng" strike="noStrike">
                <a:solidFill>
                  <a:schemeClr val="dk2"/>
                </a:solidFill>
                <a:effectLst/>
                <a:uFillTx/>
                <a:latin typeface="Arial"/>
                <a:hlinkClick r:id="rId1"/>
              </a:rPr>
              <a:t>https://docs.arc42.org/section-1/</a:t>
            </a:r>
            <a:r>
              <a:rPr lang="en-US" sz="1200" b="0" u="none" strike="noStrike">
                <a:solidFill>
                  <a:schemeClr val="dk2"/>
                </a:solidFill>
                <a:effectLst/>
                <a:uFillTx/>
                <a:latin typeface="Arial"/>
              </a:rPr>
              <a:t> &amp; </a:t>
            </a:r>
            <a:r>
              <a:rPr lang="en-US" sz="1200" b="0" u="sng" strike="noStrike">
                <a:solidFill>
                  <a:schemeClr val="dk2"/>
                </a:solidFill>
                <a:effectLst/>
                <a:uFillTx/>
                <a:latin typeface="Arial"/>
                <a:hlinkClick r:id="rId2"/>
              </a:rPr>
              <a:t>https://biking.michael-simons.eu/docs/index.html#section-introduction-and-goals</a:t>
            </a:r>
            <a:r>
              <a:rPr lang="en-US" sz="1200" b="0" u="none" strike="noStrike">
                <a:solidFill>
                  <a:schemeClr val="dk2"/>
                </a:solidFill>
                <a:effectLst/>
                <a:uFillTx/>
                <a:latin typeface="Arial"/>
              </a:rPr>
              <a:t> </a:t>
            </a:r>
            <a:endParaRPr lang="en-US" sz="1200" b="0" u="none" strike="noStrike">
              <a:solidFill>
                <a:srgbClr val="000000"/>
              </a:solidFill>
              <a:effectLst/>
              <a:uFillTx/>
              <a:latin typeface="Arial"/>
            </a:endParaRPr>
          </a:p>
        </p:txBody>
      </p:sp>
      <p:sp>
        <p:nvSpPr>
          <p:cNvPr id="80" name="Textfeld 2"/>
          <p:cNvSpPr/>
          <p:nvPr/>
        </p:nvSpPr>
        <p:spPr>
          <a:xfrm>
            <a:off x="370080" y="1504080"/>
            <a:ext cx="7497720" cy="1624680"/>
          </a:xfrm>
          <a:prstGeom prst="rect">
            <a:avLst/>
          </a:prstGeom>
          <a:noFill/>
          <a:ln w="0">
            <a:noFill/>
          </a:ln>
        </p:spPr>
        <p:style>
          <a:lnRef idx="0"/>
          <a:fillRef idx="0"/>
          <a:effectRef idx="0"/>
          <a:fontRef idx="minor"/>
        </p:style>
        <p:txBody>
          <a:bodyPr numCol="2" spcCol="0" anchor="t">
            <a:noAutofit/>
          </a:bodyPr>
          <a:p>
            <a:pPr defTabSz="914400">
              <a:lnSpc>
                <a:spcPct val="100000"/>
              </a:lnSpc>
              <a:tabLst>
                <a:tab pos="0" algn="l"/>
              </a:tabLst>
            </a:pPr>
            <a:r>
              <a:rPr lang="en-US" sz="1400" b="0" i="1" u="none" strike="noStrike">
                <a:solidFill>
                  <a:schemeClr val="dk1"/>
                </a:solidFill>
                <a:effectLst/>
                <a:uFillTx/>
                <a:latin typeface="Arial"/>
              </a:rPr>
              <a:t>Main features</a:t>
            </a:r>
            <a:endParaRPr lang="en-US" sz="1400" b="0" u="none" strike="noStrike">
              <a:solidFill>
                <a:srgbClr val="000000"/>
              </a:solidFill>
              <a:effectLst/>
              <a:uFillTx/>
              <a:latin typeface="Arial"/>
            </a:endParaRPr>
          </a:p>
          <a:p>
            <a:pPr marL="457200" indent="-457200" defTabSz="914400">
              <a:lnSpc>
                <a:spcPct val="100000"/>
              </a:lnSpc>
              <a:buClr>
                <a:srgbClr val="000000"/>
              </a:buClr>
              <a:buFont typeface="Arial"/>
              <a:buChar char="•"/>
              <a:tabLst>
                <a:tab pos="0" algn="l"/>
              </a:tabLst>
            </a:pPr>
            <a:r>
              <a:rPr lang="en-US" sz="1600" b="0" u="none" strike="noStrike">
                <a:solidFill>
                  <a:schemeClr val="dk1"/>
                </a:solidFill>
                <a:effectLst/>
                <a:uFillTx/>
                <a:latin typeface="Arial"/>
              </a:rPr>
              <a:t>Register Account</a:t>
            </a:r>
            <a:r>
              <a:rPr lang="en-US" sz="1600" b="0" u="none" strike="noStrike">
                <a:solidFill>
                  <a:schemeClr val="dk1"/>
                </a:solidFill>
                <a:effectLst/>
                <a:uFillTx/>
                <a:latin typeface="Arial"/>
              </a:rPr>
              <a:t>	</a:t>
            </a:r>
            <a:r>
              <a:rPr lang="en-US" sz="1600" b="0" u="none" strike="noStrike">
                <a:solidFill>
                  <a:schemeClr val="dk1"/>
                </a:solidFill>
                <a:effectLst/>
                <a:uFillTx/>
                <a:latin typeface="Arial"/>
              </a:rPr>
              <a:t>	</a:t>
            </a:r>
            <a:endParaRPr lang="en-US" sz="1600" b="0" u="none" strike="noStrike">
              <a:solidFill>
                <a:srgbClr val="000000"/>
              </a:solidFill>
              <a:effectLst/>
              <a:uFillTx/>
              <a:latin typeface="Arial"/>
            </a:endParaRPr>
          </a:p>
          <a:p>
            <a:pPr marL="457200" indent="-457200" defTabSz="914400">
              <a:lnSpc>
                <a:spcPct val="100000"/>
              </a:lnSpc>
              <a:buClr>
                <a:srgbClr val="000000"/>
              </a:buClr>
              <a:buFont typeface="Arial"/>
              <a:buChar char="•"/>
              <a:tabLst>
                <a:tab pos="0" algn="l"/>
              </a:tabLst>
            </a:pPr>
            <a:r>
              <a:rPr lang="en-US" sz="1600" b="0" u="none" strike="noStrike">
                <a:solidFill>
                  <a:schemeClr val="dk1"/>
                </a:solidFill>
                <a:effectLst/>
                <a:uFillTx/>
                <a:latin typeface="Arial"/>
              </a:rPr>
              <a:t>Search for Rides</a:t>
            </a:r>
            <a:endParaRPr lang="en-US" sz="1600" b="0" u="none" strike="noStrike">
              <a:solidFill>
                <a:srgbClr val="000000"/>
              </a:solidFill>
              <a:effectLst/>
              <a:uFillTx/>
              <a:latin typeface="Arial"/>
            </a:endParaRPr>
          </a:p>
          <a:p>
            <a:pPr marL="457200" indent="-457200" defTabSz="914400">
              <a:lnSpc>
                <a:spcPct val="100000"/>
              </a:lnSpc>
              <a:buClr>
                <a:srgbClr val="000000"/>
              </a:buClr>
              <a:buFont typeface="Arial"/>
              <a:buChar char="•"/>
              <a:tabLst>
                <a:tab pos="0" algn="l"/>
              </a:tabLst>
            </a:pPr>
            <a:r>
              <a:rPr lang="en-US" sz="1600" b="0" u="none" strike="noStrike">
                <a:solidFill>
                  <a:schemeClr val="dk1"/>
                </a:solidFill>
                <a:effectLst/>
                <a:uFillTx/>
                <a:latin typeface="Arial"/>
              </a:rPr>
              <a:t>Book a Ride</a:t>
            </a:r>
            <a:endParaRPr lang="en-US" sz="1600" b="0" u="none" strike="noStrike">
              <a:solidFill>
                <a:srgbClr val="000000"/>
              </a:solidFill>
              <a:effectLst/>
              <a:uFillTx/>
              <a:latin typeface="Arial"/>
            </a:endParaRPr>
          </a:p>
          <a:p>
            <a:pPr marL="457200" indent="-457200" defTabSz="914400">
              <a:lnSpc>
                <a:spcPct val="100000"/>
              </a:lnSpc>
              <a:buClr>
                <a:srgbClr val="000000"/>
              </a:buClr>
              <a:buFont typeface="Arial"/>
              <a:buChar char="•"/>
              <a:tabLst>
                <a:tab pos="0" algn="l"/>
              </a:tabLst>
            </a:pPr>
            <a:r>
              <a:rPr lang="en-US" sz="1600" b="0" u="none" strike="noStrike">
                <a:solidFill>
                  <a:schemeClr val="dk1"/>
                </a:solidFill>
                <a:effectLst/>
                <a:uFillTx/>
                <a:latin typeface="Arial"/>
              </a:rPr>
              <a:t>Accept</a:t>
            </a:r>
            <a:r>
              <a:rPr lang="de-DE" sz="1600" b="0" u="none" strike="noStrike">
                <a:solidFill>
                  <a:schemeClr val="dk1"/>
                </a:solidFill>
                <a:effectLst/>
                <a:uFillTx/>
                <a:latin typeface="Arial"/>
              </a:rPr>
              <a:t>/Decline Ride Request</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a:p>
            <a:pPr marL="457200" indent="-457200" defTabSz="914400">
              <a:lnSpc>
                <a:spcPct val="100000"/>
              </a:lnSpc>
              <a:buClr>
                <a:srgbClr val="000000"/>
              </a:buClr>
              <a:buFont typeface="Arial"/>
              <a:buChar char="•"/>
              <a:tabLst>
                <a:tab pos="0" algn="l"/>
              </a:tabLst>
            </a:pPr>
            <a:r>
              <a:rPr lang="en-US" sz="1600" b="0" u="none" strike="noStrike">
                <a:solidFill>
                  <a:schemeClr val="dk1"/>
                </a:solidFill>
                <a:effectLst/>
                <a:uFillTx/>
                <a:latin typeface="Arial"/>
              </a:rPr>
              <a:t>Track Ride</a:t>
            </a:r>
            <a:endParaRPr lang="en-US" sz="1600" b="0" u="none" strike="noStrike">
              <a:solidFill>
                <a:srgbClr val="000000"/>
              </a:solidFill>
              <a:effectLst/>
              <a:uFillTx/>
              <a:latin typeface="Arial"/>
            </a:endParaRPr>
          </a:p>
          <a:p>
            <a:pPr marL="457200" indent="-457200" defTabSz="914400">
              <a:lnSpc>
                <a:spcPct val="100000"/>
              </a:lnSpc>
              <a:buClr>
                <a:srgbClr val="000000"/>
              </a:buClr>
              <a:buFont typeface="Arial"/>
              <a:buChar char="•"/>
              <a:tabLst>
                <a:tab pos="0" algn="l"/>
              </a:tabLst>
            </a:pPr>
            <a:r>
              <a:rPr lang="en-US" sz="1600" b="0" u="none" strike="noStrike">
                <a:solidFill>
                  <a:schemeClr val="dk1"/>
                </a:solidFill>
                <a:effectLst/>
                <a:uFillTx/>
                <a:latin typeface="Arial"/>
              </a:rPr>
              <a:t>Complete Ride</a:t>
            </a:r>
            <a:endParaRPr lang="en-US" sz="1600" b="0" u="none" strike="noStrike">
              <a:solidFill>
                <a:srgbClr val="000000"/>
              </a:solidFill>
              <a:effectLst/>
              <a:uFillTx/>
              <a:latin typeface="Arial"/>
            </a:endParaRPr>
          </a:p>
          <a:p>
            <a:pPr marL="457200" indent="-457200" defTabSz="914400">
              <a:lnSpc>
                <a:spcPct val="100000"/>
              </a:lnSpc>
              <a:buClr>
                <a:srgbClr val="000000"/>
              </a:buClr>
              <a:buFont typeface="Arial"/>
              <a:buChar char="•"/>
              <a:tabLst>
                <a:tab pos="0" algn="l"/>
              </a:tabLst>
            </a:pPr>
            <a:r>
              <a:rPr lang="en-US" sz="1600" b="0" u="none" strike="noStrike">
                <a:solidFill>
                  <a:schemeClr val="dk1"/>
                </a:solidFill>
                <a:effectLst/>
                <a:uFillTx/>
                <a:latin typeface="Arial"/>
              </a:rPr>
              <a:t>View Ride History</a:t>
            </a:r>
            <a:endParaRPr lang="en-US" sz="1600" b="0" u="none" strike="noStrike">
              <a:solidFill>
                <a:srgbClr val="000000"/>
              </a:solidFill>
              <a:effectLst/>
              <a:uFillTx/>
              <a:latin typeface="Arial"/>
            </a:endParaRPr>
          </a:p>
          <a:p>
            <a:pPr defTabSz="914400">
              <a:lnSpc>
                <a:spcPct val="100000"/>
              </a:lnSpc>
              <a:tabLst>
                <a:tab pos="0" algn="l"/>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hasCustomPrompt="1"/>
          </p:nvPr>
        </p:nvSpPr>
        <p:spPr>
          <a:xfrm>
            <a:off x="180000" y="44640"/>
            <a:ext cx="8775000" cy="438840"/>
          </a:xfrm>
          <a:prstGeom prst="rect">
            <a:avLst/>
          </a:prstGeom>
          <a:noFill/>
          <a:ln w="0">
            <a:noFill/>
          </a:ln>
        </p:spPr>
        <p:txBody>
          <a:bodyPr lIns="91440" tIns="45720" rIns="91440" bIns="45720" anchor="t">
            <a:normAutofit lnSpcReduction="9999"/>
          </a:bodyPr>
          <a:p>
            <a:pPr indent="0" algn="l" defTabSz="685800">
              <a:lnSpc>
                <a:spcPct val="90000"/>
              </a:lnSpc>
              <a:buNone/>
            </a:pPr>
            <a:r>
              <a:rPr lang="en-US" sz="2700" b="1" u="none" strike="noStrike">
                <a:solidFill>
                  <a:schemeClr val="dk1"/>
                </a:solidFill>
                <a:effectLst/>
                <a:uFillTx/>
                <a:latin typeface="Arial"/>
              </a:rPr>
              <a:t>Stakeholder</a:t>
            </a:r>
            <a:endParaRPr lang="de-DE" sz="2700" b="1" u="none" strike="noStrike">
              <a:solidFill>
                <a:schemeClr val="dk1"/>
              </a:solidFill>
              <a:effectLst/>
              <a:uFillTx/>
              <a:latin typeface="Arial"/>
            </a:endParaRPr>
          </a:p>
        </p:txBody>
      </p:sp>
      <p:sp>
        <p:nvSpPr>
          <p:cNvPr id="82" name="PlaceHolder 2"/>
          <p:cNvSpPr>
            <a:spLocks noGrp="1"/>
          </p:cNvSpPr>
          <p:nvPr>
            <p:ph/>
          </p:nvPr>
        </p:nvSpPr>
        <p:spPr>
          <a:xfrm>
            <a:off x="180000" y="3521520"/>
            <a:ext cx="8775000" cy="1135440"/>
          </a:xfrm>
          <a:prstGeom prst="rect">
            <a:avLst/>
          </a:prstGeom>
          <a:noFill/>
          <a:ln w="0">
            <a:noFill/>
          </a:ln>
        </p:spPr>
        <p:txBody>
          <a:bodyPr lIns="91440" tIns="45720" rIns="91440" bIns="45720" anchor="t">
            <a:normAutofit/>
          </a:bodyPr>
          <a:p>
            <a:pPr indent="0" algn="l" defTabSz="685800">
              <a:lnSpc>
                <a:spcPct val="90000"/>
              </a:lnSpc>
              <a:spcBef>
                <a:spcPts val="374"/>
              </a:spcBef>
              <a:spcAft>
                <a:spcPts val="374"/>
              </a:spcAft>
              <a:buNone/>
              <a:tabLst>
                <a:tab pos="0" algn="l"/>
              </a:tabLst>
            </a:pPr>
            <a:r>
              <a:rPr lang="en-US" sz="1200" b="0" i="1" u="none" strike="noStrike">
                <a:solidFill>
                  <a:schemeClr val="dk2"/>
                </a:solidFill>
                <a:effectLst/>
                <a:uFillTx/>
                <a:latin typeface="Arial"/>
              </a:rPr>
              <a:t>You should know all parties involved in development of the system or affected by the system. Otherwise, you may get nasty surprises later in the development process. These stakeholders determine the extent and the level of detail of your work and its results.</a:t>
            </a:r>
            <a:endParaRPr lang="de-DE" sz="1200" b="0" u="none" strike="noStrike">
              <a:solidFill>
                <a:schemeClr val="dk1"/>
              </a:solidFill>
              <a:effectLst/>
              <a:uFillTx/>
              <a:latin typeface="Arial"/>
            </a:endParaRPr>
          </a:p>
          <a:p>
            <a:pPr indent="0" algn="l" defTabSz="685800">
              <a:lnSpc>
                <a:spcPct val="90000"/>
              </a:lnSpc>
              <a:spcBef>
                <a:spcPts val="374"/>
              </a:spcBef>
              <a:spcAft>
                <a:spcPts val="374"/>
              </a:spcAft>
              <a:buNone/>
              <a:tabLst>
                <a:tab pos="0" algn="l"/>
              </a:tabLst>
            </a:pPr>
            <a:r>
              <a:rPr lang="en-US" sz="1200" b="0" u="none" strike="noStrike">
                <a:solidFill>
                  <a:schemeClr val="dk2"/>
                </a:solidFill>
                <a:effectLst/>
                <a:uFillTx/>
                <a:latin typeface="Arial"/>
              </a:rPr>
              <a:t>Define five important stakeholders.</a:t>
            </a:r>
            <a:endParaRPr lang="de-DE" sz="1200" b="0" u="none" strike="noStrike">
              <a:solidFill>
                <a:schemeClr val="dk1"/>
              </a:solidFill>
              <a:effectLst/>
              <a:uFillTx/>
              <a:latin typeface="Arial"/>
            </a:endParaRPr>
          </a:p>
        </p:txBody>
      </p:sp>
      <p:graphicFrame>
        <p:nvGraphicFramePr>
          <p:cNvPr id="83" name="Table 2"/>
          <p:cNvGraphicFramePr/>
          <p:nvPr/>
        </p:nvGraphicFramePr>
        <p:xfrm>
          <a:off x="180000" y="607680"/>
          <a:ext cx="8774640" cy="2821320"/>
        </p:xfrm>
        <a:graphic>
          <a:graphicData uri="http://schemas.openxmlformats.org/drawingml/2006/table">
            <a:tbl>
              <a:tblPr/>
              <a:tblGrid>
                <a:gridCol w="2781360"/>
                <a:gridCol w="5993640"/>
              </a:tblGrid>
              <a:tr h="336240">
                <a:tc>
                  <a:txBody>
                    <a:bodyPr anchor="t">
                      <a:noAutofit/>
                    </a:bodyPr>
                    <a:p>
                      <a:pPr defTabSz="685800">
                        <a:lnSpc>
                          <a:spcPct val="100000"/>
                        </a:lnSpc>
                      </a:pPr>
                      <a:r>
                        <a:rPr lang="en-US" sz="1350" b="1" u="none" strike="noStrike">
                          <a:solidFill>
                            <a:schemeClr val="lt1"/>
                          </a:solidFill>
                          <a:effectLst/>
                          <a:uFillTx/>
                          <a:latin typeface="Arial"/>
                        </a:rPr>
                        <a:t>Role/Name</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685800">
                        <a:lnSpc>
                          <a:spcPct val="100000"/>
                        </a:lnSpc>
                      </a:pPr>
                      <a:r>
                        <a:rPr lang="en-US" sz="1350" b="1" u="none" strike="noStrike">
                          <a:solidFill>
                            <a:schemeClr val="lt1"/>
                          </a:solidFill>
                          <a:effectLst/>
                          <a:uFillTx/>
                          <a:latin typeface="Arial"/>
                        </a:rPr>
                        <a:t>Expectations</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36240">
                <a:tc>
                  <a:txBody>
                    <a:bodyPr anchor="t">
                      <a:noAutofit/>
                    </a:bodyPr>
                    <a:p>
                      <a:pPr defTabSz="685800">
                        <a:lnSpc>
                          <a:spcPct val="100000"/>
                        </a:lnSpc>
                      </a:pPr>
                      <a:r>
                        <a:rPr lang="en-US" sz="1350" b="0" u="none" strike="noStrike">
                          <a:solidFill>
                            <a:schemeClr val="dk1"/>
                          </a:solidFill>
                          <a:effectLst/>
                          <a:uFillTx/>
                          <a:latin typeface="Arial"/>
                        </a:rPr>
                        <a:t>Developer</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Secure Job prospects, earning potential, growth factor, societal impact</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69160">
                <a:tc>
                  <a:txBody>
                    <a:bodyPr anchor="t">
                      <a:noAutofit/>
                    </a:bodyPr>
                    <a:p>
                      <a:pPr defTabSz="685800">
                        <a:lnSpc>
                          <a:spcPct val="100000"/>
                        </a:lnSpc>
                      </a:pPr>
                      <a:r>
                        <a:rPr lang="en-US" sz="1350" b="0" u="none" strike="noStrike">
                          <a:solidFill>
                            <a:schemeClr val="dk1"/>
                          </a:solidFill>
                          <a:effectLst/>
                          <a:uFillTx/>
                          <a:latin typeface="Arial"/>
                        </a:rPr>
                        <a:t>Users</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Ready to use application, affordable and convenient transportation, good UI-Experince</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569160">
                <a:tc>
                  <a:txBody>
                    <a:bodyPr anchor="t">
                      <a:noAutofit/>
                    </a:bodyPr>
                    <a:p>
                      <a:pPr defTabSz="685800">
                        <a:lnSpc>
                          <a:spcPct val="100000"/>
                        </a:lnSpc>
                      </a:pPr>
                      <a:r>
                        <a:rPr lang="en-US" sz="1350" b="0" u="none" strike="noStrike">
                          <a:solidFill>
                            <a:schemeClr val="dk1"/>
                          </a:solidFill>
                          <a:effectLst/>
                          <a:uFillTx/>
                          <a:latin typeface="Arial"/>
                        </a:rPr>
                        <a:t>Driver</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Intuitive application, price to earn ratio, amount of requests (high frequency of users)</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36240">
                <a:tc>
                  <a:txBody>
                    <a:bodyPr anchor="t">
                      <a:noAutofit/>
                    </a:bodyPr>
                    <a:p>
                      <a:pPr defTabSz="685800">
                        <a:lnSpc>
                          <a:spcPct val="100000"/>
                        </a:lnSpc>
                      </a:pPr>
                      <a:r>
                        <a:rPr lang="en-US" sz="1350" b="0" u="none" strike="noStrike">
                          <a:solidFill>
                            <a:schemeClr val="dk1"/>
                          </a:solidFill>
                          <a:effectLst/>
                          <a:uFillTx/>
                          <a:latin typeface="Arial"/>
                        </a:rPr>
                        <a:t>Company owner</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Return of investment, personal growth, Societal and environmental impact</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36240">
                <a:tc>
                  <a:txBody>
                    <a:bodyPr anchor="t">
                      <a:noAutofit/>
                    </a:bodyPr>
                    <a:p>
                      <a:pPr defTabSz="685800">
                        <a:lnSpc>
                          <a:spcPct val="100000"/>
                        </a:lnSpc>
                      </a:pPr>
                      <a:r>
                        <a:rPr lang="en-US" sz="1350" b="0" u="none" strike="noStrike">
                          <a:solidFill>
                            <a:schemeClr val="dk1"/>
                          </a:solidFill>
                          <a:effectLst/>
                          <a:uFillTx/>
                          <a:latin typeface="Arial"/>
                        </a:rPr>
                        <a:t>DevOps Engineer</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Easy to deploy architecture, good and secure rules,monitoring and scaling options</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38040">
                <a:tc>
                  <a:txBody>
                    <a:bodyPr anchor="t">
                      <a:noAutofit/>
                    </a:bodyPr>
                    <a:p>
                      <a:pPr defTabSz="685800">
                        <a:lnSpc>
                          <a:spcPct val="100000"/>
                        </a:lnSpc>
                      </a:pPr>
                      <a:r>
                        <a:rPr lang="en-US" sz="1350" b="0" u="none" strike="noStrike">
                          <a:solidFill>
                            <a:schemeClr val="dk1"/>
                          </a:solidFill>
                          <a:effectLst/>
                          <a:uFillTx/>
                          <a:latin typeface="Arial"/>
                        </a:rPr>
                        <a:t>Potential Investors</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Growth and scaling potential, return of investment</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84" name="PlaceHolder 3">
            <a:extLst>
              <a:ext uri="{C183D7F6-B498-43B3-948B-1728B52AA6E4}">
                <adec:decorative xmlns:adec="http://schemas.microsoft.com/office/drawing/2017/decorative" val="1"/>
              </a:ext>
            </a:extLst>
          </p:cNvPr>
          <p:cNvSpPr>
            <a:spLocks noGrp="1"/>
          </p:cNvSpPr>
          <p:nvPr>
            <p:ph type="ftr" idx="15"/>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Software Architecture</a:t>
            </a:r>
            <a:endParaRPr lang="en-US" sz="750" b="0" u="none" strike="noStrike">
              <a:solidFill>
                <a:srgbClr val="000000"/>
              </a:solidFill>
              <a:effectLst/>
              <a:uFillTx/>
              <a:latin typeface="Times New Roman"/>
            </a:endParaRPr>
          </a:p>
        </p:txBody>
      </p:sp>
      <p:sp>
        <p:nvSpPr>
          <p:cNvPr id="85" name="PlaceHolder 4">
            <a:extLst>
              <a:ext uri="{C183D7F6-B498-43B3-948B-1728B52AA6E4}">
                <adec:decorative xmlns:adec="http://schemas.microsoft.com/office/drawing/2017/decorative" val="1"/>
              </a:ext>
            </a:extLst>
          </p:cNvPr>
          <p:cNvSpPr>
            <a:spLocks noGrp="1"/>
          </p:cNvSpPr>
          <p:nvPr>
            <p:ph type="sldNum" idx="16"/>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3966AFFC-1BB4-4336-B397-A9CEA1B64EBF}"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hasCustomPrompt="1"/>
          </p:nvPr>
        </p:nvSpPr>
        <p:spPr>
          <a:xfrm>
            <a:off x="180000" y="114480"/>
            <a:ext cx="8775000" cy="438840"/>
          </a:xfrm>
          <a:prstGeom prst="rect">
            <a:avLst/>
          </a:prstGeom>
          <a:noFill/>
          <a:ln w="0">
            <a:noFill/>
          </a:ln>
        </p:spPr>
        <p:txBody>
          <a:bodyPr lIns="91440" tIns="45720" rIns="91440" bIns="45720" anchor="t">
            <a:normAutofit lnSpcReduction="9999"/>
          </a:bodyPr>
          <a:p>
            <a:pPr indent="0" algn="l" defTabSz="685800">
              <a:lnSpc>
                <a:spcPct val="90000"/>
              </a:lnSpc>
              <a:buNone/>
            </a:pPr>
            <a:r>
              <a:rPr lang="en-US" sz="2700" b="1" u="none" strike="noStrike">
                <a:solidFill>
                  <a:schemeClr val="dk1"/>
                </a:solidFill>
                <a:effectLst/>
                <a:uFillTx/>
                <a:latin typeface="Arial"/>
              </a:rPr>
              <a:t>Quality Goals</a:t>
            </a:r>
            <a:endParaRPr lang="de-DE" sz="2700" b="1" u="none" strike="noStrike">
              <a:solidFill>
                <a:schemeClr val="dk1"/>
              </a:solidFill>
              <a:effectLst/>
              <a:uFillTx/>
              <a:latin typeface="Arial"/>
            </a:endParaRPr>
          </a:p>
        </p:txBody>
      </p:sp>
      <p:sp>
        <p:nvSpPr>
          <p:cNvPr id="87" name="PlaceHolder 2">
            <a:extLst>
              <a:ext uri="{C183D7F6-B498-43B3-948B-1728B52AA6E4}">
                <adec:decorative xmlns:adec="http://schemas.microsoft.com/office/drawing/2017/decorative" val="1"/>
              </a:ext>
            </a:extLst>
          </p:cNvPr>
          <p:cNvSpPr>
            <a:spLocks noGrp="1"/>
          </p:cNvSpPr>
          <p:nvPr>
            <p:ph type="ftr" idx="17"/>
          </p:nvPr>
        </p:nvSpPr>
        <p:spPr>
          <a:xfrm>
            <a:off x="2793240" y="4812480"/>
            <a:ext cx="5673960" cy="273600"/>
          </a:xfrm>
          <a:prstGeom prst="rect">
            <a:avLst/>
          </a:prstGeom>
          <a:noFill/>
          <a:ln w="0">
            <a:noFill/>
          </a:ln>
        </p:spPr>
        <p:txBody>
          <a:bodyPr lIns="91440" tIns="45720" rIns="91440" bIns="45720" anchor="ctr">
            <a:noAutofit/>
          </a:bodyPr>
          <a:lstStyle>
            <a:lvl1pPr indent="0" algn="r" defTabSz="914400">
              <a:lnSpc>
                <a:spcPct val="100000"/>
              </a:lnSpc>
              <a:buNone/>
              <a:defRPr lang="en-GB" sz="750" b="0" u="none" strike="noStrike">
                <a:solidFill>
                  <a:schemeClr val="dk1"/>
                </a:solidFill>
                <a:effectLst/>
                <a:uFillTx/>
                <a:latin typeface="Arial"/>
              </a:defRPr>
            </a:lvl1pPr>
          </a:lstStyle>
          <a:p>
            <a:pPr indent="0" algn="r" defTabSz="914400">
              <a:lnSpc>
                <a:spcPct val="100000"/>
              </a:lnSpc>
              <a:buNone/>
            </a:pPr>
            <a:r>
              <a:rPr lang="en-GB" sz="750" b="0" u="none" strike="noStrike">
                <a:solidFill>
                  <a:schemeClr val="dk1"/>
                </a:solidFill>
                <a:effectLst/>
                <a:uFillTx/>
                <a:latin typeface="Arial"/>
              </a:rPr>
              <a:t>Software Architecture</a:t>
            </a:r>
            <a:endParaRPr lang="en-US" sz="750" b="0" u="none" strike="noStrike">
              <a:solidFill>
                <a:srgbClr val="000000"/>
              </a:solidFill>
              <a:effectLst/>
              <a:uFillTx/>
              <a:latin typeface="Times New Roman"/>
            </a:endParaRPr>
          </a:p>
        </p:txBody>
      </p:sp>
      <p:sp>
        <p:nvSpPr>
          <p:cNvPr id="88" name="PlaceHolder 3">
            <a:extLst>
              <a:ext uri="{C183D7F6-B498-43B3-948B-1728B52AA6E4}">
                <adec:decorative xmlns:adec="http://schemas.microsoft.com/office/drawing/2017/decorative" val="1"/>
              </a:ext>
            </a:extLst>
          </p:cNvPr>
          <p:cNvSpPr>
            <a:spLocks noGrp="1"/>
          </p:cNvSpPr>
          <p:nvPr>
            <p:ph type="sldNum" idx="18"/>
          </p:nvPr>
        </p:nvSpPr>
        <p:spPr>
          <a:xfrm>
            <a:off x="8542080" y="4812480"/>
            <a:ext cx="484920" cy="273600"/>
          </a:xfrm>
          <a:prstGeom prst="rect">
            <a:avLst/>
          </a:prstGeom>
          <a:noFill/>
          <a:ln w="0">
            <a:noFill/>
          </a:ln>
        </p:spPr>
        <p:txBody>
          <a:bodyPr lIns="91440" tIns="45720" rIns="91440" bIns="45720" anchor="ctr">
            <a:noAutofit/>
          </a:bodyPr>
          <a:lstStyle>
            <a:lvl1pPr indent="0" algn="r" defTabSz="914400">
              <a:lnSpc>
                <a:spcPct val="100000"/>
              </a:lnSpc>
              <a:buNone/>
              <a:defRPr lang="en-GB" sz="900" b="0" u="none" strike="noStrike">
                <a:solidFill>
                  <a:schemeClr val="dk1"/>
                </a:solidFill>
                <a:effectLst/>
                <a:uFillTx/>
                <a:latin typeface="Arial"/>
              </a:defRPr>
            </a:lvl1pPr>
          </a:lstStyle>
          <a:p>
            <a:pPr indent="0" algn="r" defTabSz="914400">
              <a:lnSpc>
                <a:spcPct val="100000"/>
              </a:lnSpc>
              <a:buNone/>
            </a:pPr>
            <a:fld id="{46850546-3E26-42D4-951B-6E246A1F9D69}" type="slidenum">
              <a:rPr lang="en-GB" sz="900" b="0" u="none" strike="noStrike">
                <a:solidFill>
                  <a:schemeClr val="dk1"/>
                </a:solidFill>
                <a:effectLst/>
                <a:uFillTx/>
                <a:latin typeface="Arial"/>
              </a:rPr>
              <a:t>&lt;number&gt;</a:t>
            </a:fld>
            <a:endParaRPr lang="en-US" sz="900" b="0" u="none" strike="noStrike">
              <a:solidFill>
                <a:srgbClr val="000000"/>
              </a:solidFill>
              <a:effectLst/>
              <a:uFillTx/>
              <a:latin typeface="Times New Roman"/>
            </a:endParaRPr>
          </a:p>
        </p:txBody>
      </p:sp>
      <p:sp>
        <p:nvSpPr>
          <p:cNvPr id="89" name="PlaceHolder 4"/>
          <p:cNvSpPr>
            <a:spLocks noGrp="1"/>
          </p:cNvSpPr>
          <p:nvPr>
            <p:ph/>
          </p:nvPr>
        </p:nvSpPr>
        <p:spPr>
          <a:xfrm>
            <a:off x="180000" y="2144880"/>
            <a:ext cx="8775000" cy="2512080"/>
          </a:xfrm>
          <a:prstGeom prst="rect">
            <a:avLst/>
          </a:prstGeom>
          <a:noFill/>
          <a:ln w="0">
            <a:noFill/>
          </a:ln>
        </p:spPr>
        <p:txBody>
          <a:bodyPr lIns="91440" tIns="45720" rIns="91440" bIns="45720" anchor="t">
            <a:normAutofit/>
          </a:bodyPr>
          <a:p>
            <a:pPr indent="0" algn="l" defTabSz="685800">
              <a:lnSpc>
                <a:spcPct val="90000"/>
              </a:lnSpc>
              <a:spcBef>
                <a:spcPts val="374"/>
              </a:spcBef>
              <a:spcAft>
                <a:spcPts val="374"/>
              </a:spcAft>
              <a:buNone/>
              <a:tabLst>
                <a:tab pos="0" algn="l"/>
              </a:tabLst>
            </a:pPr>
            <a:r>
              <a:rPr lang="en-US" sz="1200" b="0" i="1" u="none" strike="noStrike">
                <a:solidFill>
                  <a:schemeClr val="dk2"/>
                </a:solidFill>
                <a:effectLst/>
                <a:uFillTx/>
                <a:latin typeface="Arial"/>
              </a:rPr>
              <a:t>You should know the quality goals of your most important stakeholders, since they will influence fundamental architectural decisions. Make sure to be very concrete about these qualities, avoid buzzwords. If you as an architect do not know how the quality of your work will be judged, it becomes challenging to meet the expectations.</a:t>
            </a:r>
            <a:endParaRPr lang="de-DE" sz="1200" b="0" u="none" strike="noStrike">
              <a:solidFill>
                <a:schemeClr val="dk1"/>
              </a:solidFill>
              <a:effectLst/>
              <a:uFillTx/>
              <a:latin typeface="Arial"/>
            </a:endParaRPr>
          </a:p>
          <a:p>
            <a:pPr indent="0" algn="l" defTabSz="685800">
              <a:lnSpc>
                <a:spcPct val="90000"/>
              </a:lnSpc>
              <a:spcBef>
                <a:spcPts val="374"/>
              </a:spcBef>
              <a:spcAft>
                <a:spcPts val="374"/>
              </a:spcAft>
              <a:buNone/>
              <a:tabLst>
                <a:tab pos="0" algn="l"/>
              </a:tabLst>
            </a:pPr>
            <a:r>
              <a:rPr lang="en-US" sz="1200" b="0" u="none" strike="noStrike">
                <a:solidFill>
                  <a:schemeClr val="dk2"/>
                </a:solidFill>
                <a:effectLst/>
                <a:uFillTx/>
                <a:latin typeface="Arial"/>
              </a:rPr>
              <a:t>Define three quality goals ordered by priority.</a:t>
            </a:r>
            <a:endParaRPr lang="de-DE" sz="1200" b="0" u="none" strike="noStrike">
              <a:solidFill>
                <a:schemeClr val="dk1"/>
              </a:solidFill>
              <a:effectLst/>
              <a:uFillTx/>
              <a:latin typeface="Arial"/>
            </a:endParaRPr>
          </a:p>
          <a:p>
            <a:pPr indent="0" algn="l" defTabSz="685800">
              <a:lnSpc>
                <a:spcPct val="90000"/>
              </a:lnSpc>
              <a:spcBef>
                <a:spcPts val="374"/>
              </a:spcBef>
              <a:spcAft>
                <a:spcPts val="374"/>
              </a:spcAft>
              <a:buNone/>
              <a:tabLst>
                <a:tab pos="0" algn="l"/>
              </a:tabLst>
            </a:pPr>
            <a:r>
              <a:rPr lang="en-US" sz="1200" b="0" u="none" strike="noStrike">
                <a:solidFill>
                  <a:schemeClr val="dk2"/>
                </a:solidFill>
                <a:effectLst/>
                <a:uFillTx/>
                <a:latin typeface="Arial"/>
              </a:rPr>
              <a:t>Help: </a:t>
            </a:r>
            <a:r>
              <a:rPr lang="en-US" sz="1200" b="0" u="sng" strike="noStrike">
                <a:solidFill>
                  <a:schemeClr val="dk2"/>
                </a:solidFill>
                <a:effectLst/>
                <a:uFillTx/>
                <a:latin typeface="Arial"/>
                <a:hlinkClick r:id="rId1"/>
              </a:rPr>
              <a:t>https://iso25000.com/index.php/en/iso-25000-standards/iso-25010</a:t>
            </a:r>
            <a:r>
              <a:rPr lang="en-US" sz="1200" b="0" u="none" strike="noStrike">
                <a:solidFill>
                  <a:schemeClr val="dk2"/>
                </a:solidFill>
                <a:effectLst/>
                <a:uFillTx/>
                <a:latin typeface="Arial"/>
              </a:rPr>
              <a:t> </a:t>
            </a:r>
            <a:endParaRPr lang="de-DE" sz="1200" b="0" u="none" strike="noStrike">
              <a:solidFill>
                <a:schemeClr val="dk1"/>
              </a:solidFill>
              <a:effectLst/>
              <a:uFillTx/>
              <a:latin typeface="Arial"/>
            </a:endParaRPr>
          </a:p>
        </p:txBody>
      </p:sp>
      <p:graphicFrame>
        <p:nvGraphicFramePr>
          <p:cNvPr id="90" name="Table 2"/>
          <p:cNvGraphicFramePr/>
          <p:nvPr/>
        </p:nvGraphicFramePr>
        <p:xfrm>
          <a:off x="180000" y="607680"/>
          <a:ext cx="8775000" cy="1879560"/>
        </p:xfrm>
        <a:graphic>
          <a:graphicData uri="http://schemas.openxmlformats.org/drawingml/2006/table">
            <a:tbl>
              <a:tblPr/>
              <a:tblGrid>
                <a:gridCol w="810360"/>
                <a:gridCol w="2101680"/>
                <a:gridCol w="5862600"/>
              </a:tblGrid>
              <a:tr h="370800">
                <a:tc>
                  <a:txBody>
                    <a:bodyPr anchor="t">
                      <a:noAutofit/>
                    </a:bodyPr>
                    <a:p>
                      <a:pPr defTabSz="685800">
                        <a:lnSpc>
                          <a:spcPct val="100000"/>
                        </a:lnSpc>
                      </a:pPr>
                      <a:r>
                        <a:rPr lang="en-US" sz="1350" b="1" u="none" strike="noStrike">
                          <a:solidFill>
                            <a:schemeClr val="lt1"/>
                          </a:solidFill>
                          <a:effectLst/>
                          <a:uFillTx/>
                          <a:latin typeface="Arial"/>
                        </a:rPr>
                        <a:t>Priority</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685800">
                        <a:lnSpc>
                          <a:spcPct val="100000"/>
                        </a:lnSpc>
                      </a:pPr>
                      <a:r>
                        <a:rPr lang="en-US" sz="1350" b="1" u="none" strike="noStrike">
                          <a:solidFill>
                            <a:schemeClr val="lt1"/>
                          </a:solidFill>
                          <a:effectLst/>
                          <a:uFillTx/>
                          <a:latin typeface="Arial"/>
                        </a:rPr>
                        <a:t>Quality</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685800">
                        <a:lnSpc>
                          <a:spcPct val="100000"/>
                        </a:lnSpc>
                      </a:pPr>
                      <a:r>
                        <a:rPr lang="en-US" sz="1350" b="1" u="none" strike="noStrike">
                          <a:solidFill>
                            <a:schemeClr val="lt1"/>
                          </a:solidFill>
                          <a:effectLst/>
                          <a:uFillTx/>
                          <a:latin typeface="Arial"/>
                        </a:rPr>
                        <a:t>Motivation</a:t>
                      </a:r>
                      <a:endParaRPr lang="en-US" sz="135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685800">
                        <a:lnSpc>
                          <a:spcPct val="100000"/>
                        </a:lnSpc>
                      </a:pPr>
                      <a:r>
                        <a:rPr lang="en-US" sz="1350" b="0" u="none" strike="noStrike">
                          <a:solidFill>
                            <a:schemeClr val="dk1"/>
                          </a:solidFill>
                          <a:effectLst/>
                          <a:uFillTx/>
                          <a:latin typeface="Arial"/>
                        </a:rPr>
                        <a:t>1</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Functional Suitability</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Correctness of calculations (price), Completeness of maps and rides, System communication between drivers and customers</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685800">
                        <a:lnSpc>
                          <a:spcPct val="100000"/>
                        </a:lnSpc>
                      </a:pPr>
                      <a:r>
                        <a:rPr lang="en-US" sz="1350" b="0" u="none" strike="noStrike">
                          <a:solidFill>
                            <a:schemeClr val="dk1"/>
                          </a:solidFill>
                          <a:effectLst/>
                          <a:uFillTx/>
                          <a:latin typeface="Arial"/>
                        </a:rPr>
                        <a:t>2</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Usability</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Intuitive use of application, Offering customers an easy to use platform (win customers – growth fast)</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685800">
                        <a:lnSpc>
                          <a:spcPct val="100000"/>
                        </a:lnSpc>
                      </a:pPr>
                      <a:r>
                        <a:rPr lang="en-US" sz="1350" b="0" u="none" strike="noStrike">
                          <a:solidFill>
                            <a:schemeClr val="dk1"/>
                          </a:solidFill>
                          <a:effectLst/>
                          <a:uFillTx/>
                          <a:latin typeface="Arial"/>
                        </a:rPr>
                        <a:t>3</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Scalability</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685800">
                        <a:lnSpc>
                          <a:spcPct val="100000"/>
                        </a:lnSpc>
                      </a:pPr>
                      <a:r>
                        <a:rPr lang="en-US" sz="1350" b="0" u="none" strike="noStrike">
                          <a:solidFill>
                            <a:schemeClr val="dk1"/>
                          </a:solidFill>
                          <a:effectLst/>
                          <a:uFillTx/>
                          <a:latin typeface="Arial"/>
                        </a:rPr>
                        <a:t>Flexibility of Deployment, Environment for growth, More ressources in case of growth</a:t>
                      </a:r>
                      <a:endParaRPr lang="en-US" sz="135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Custom 2">
      <a:dk1>
        <a:srgbClr val="000000"/>
      </a:dk1>
      <a:lt1>
        <a:srgbClr val="FFFFFF"/>
      </a:lt1>
      <a:dk2>
        <a:srgbClr val="72777A"/>
      </a:dk2>
      <a:lt2>
        <a:srgbClr val="FFFFFF"/>
      </a:lt2>
      <a:accent1>
        <a:srgbClr val="72777A"/>
      </a:accent1>
      <a:accent2>
        <a:srgbClr val="AAADAF"/>
      </a:accent2>
      <a:accent3>
        <a:srgbClr val="8BB31D"/>
      </a:accent3>
      <a:accent4>
        <a:srgbClr val="B9D177"/>
      </a:accent4>
      <a:accent5>
        <a:srgbClr val="00649C"/>
      </a:accent5>
      <a:accent6>
        <a:srgbClr val="66A2C4"/>
      </a:accent6>
      <a:hlink>
        <a:srgbClr val="00649C"/>
      </a:hlink>
      <a:folHlink>
        <a:srgbClr val="323F4F"/>
      </a:folHlink>
    </a:clrScheme>
    <a:fontScheme name="Benutzerdefiniert 1">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FHTW_PowerPoint</Template>
  <TotalTime>36</TotalTime>
  <Application>LibreOffice/26.2.2.2$Linux_X86_64 LibreOffice_project/620$Build-2</Application>
  <AppVersion>15.0000</AppVersion>
  <Words>440</Words>
  <Paragraphs>57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2022-06-08T12:45:54Z</dcterms:created>
  <dc:creator>Marvin Kosmider</dc:creator>
  <dc:description/>
  <dc:language>en-US</dc:language>
  <cp:lastModifiedBy/>
  <dcterms:modified xsi:type="dcterms:W3CDTF">2026-05-13T17:38:41Z</dcterms:modified>
  <cp:revision>25</cp:revision>
  <dc:subject/>
  <dc:title>Titel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Bildschirmpräsentation (16:9)</vt:lpwstr>
  </property>
  <property fmtid="{D5CDD505-2E9C-101B-9397-08002B2CF9AE}" pid="3" name="Slides">
    <vt:i4>4</vt:i4>
  </property>
</Properties>
</file>