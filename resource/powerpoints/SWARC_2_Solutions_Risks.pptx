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FFFFFF"/>
        </a:solidFill>
      </p:bgPr>
    </p:bg>
    <p:spTree>
      <p:nvGrpSpPr>
        <p:cNvPr id="1" name=""/>
        <p:cNvGrpSpPr/>
        <p:nvPr/>
      </p:nvGrpSpPr>
      <p:grpSpPr>
        <a:xfrm>
          <a:off x="0" y="0"/>
          <a:ext cx="0" cy="0"/>
          <a:chOff x="0" y="0"/>
          <a:chExt cx="0" cy="0"/>
        </a:xfrm>
      </p:grpSpPr>
      <p:pic>
        <p:nvPicPr>
          <p:cNvPr id="2" name="Grafik 3"/>
          <p:cNvPicPr/>
          <p:nvPr/>
        </p:nvPicPr>
        <p:blipFill>
          <a:blip r:embed="rId2"/>
          <a:stretch/>
        </p:blipFill>
        <p:spPr>
          <a:xfrm>
            <a:off x="868680" y="-308520"/>
            <a:ext cx="7405920" cy="4165560"/>
          </a:xfrm>
          <a:prstGeom prst="rect">
            <a:avLst/>
          </a:prstGeom>
          <a:noFill/>
          <a:ln w="0">
            <a:noFill/>
          </a:ln>
        </p:spPr>
      </p:pic>
      <p:pic>
        <p:nvPicPr>
          <p:cNvPr id="3"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20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Click to edit the outline text format</a:t>
            </a:r>
            <a:endParaRPr lang="de-DE" sz="2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Second Outline Level</a:t>
            </a:r>
            <a:endParaRPr lang="de-DE" sz="20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Fifth Outline Level</a:t>
            </a:r>
            <a:endParaRPr lang="de-DE" sz="20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Sixth Outline Level</a:t>
            </a:r>
            <a:endParaRPr lang="de-DE" sz="20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Seventh Outline Level</a:t>
            </a:r>
            <a:endParaRPr lang="de-DE" sz="2000" b="0" u="none" strike="noStrik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solidFill>
          <a:srgbClr val="FFFFFF"/>
        </a:solidFill>
      </p:bgPr>
    </p:bg>
    <p:spTree>
      <p:nvGrpSpPr>
        <p:cNvPr id="1" name=""/>
        <p:cNvGrpSpPr/>
        <p:nvPr/>
      </p:nvGrpSpPr>
      <p:grpSpPr>
        <a:xfrm>
          <a:off x="0" y="0"/>
          <a:ext cx="0" cy="0"/>
          <a:chOff x="0" y="0"/>
          <a:chExt cx="0" cy="0"/>
        </a:xfrm>
      </p:grpSpPr>
      <p:pic>
        <p:nvPicPr>
          <p:cNvPr id="6" name="Grafik 3"/>
          <p:cNvPicPr/>
          <p:nvPr/>
        </p:nvPicPr>
        <p:blipFill>
          <a:blip r:embed="rId2"/>
          <a:stretch/>
        </p:blipFill>
        <p:spPr>
          <a:xfrm>
            <a:off x="868680" y="-308520"/>
            <a:ext cx="7405920" cy="4165560"/>
          </a:xfrm>
          <a:prstGeom prst="rect">
            <a:avLst/>
          </a:prstGeom>
          <a:noFill/>
          <a:ln w="0">
            <a:noFill/>
          </a:ln>
        </p:spPr>
      </p:pic>
      <p:pic>
        <p:nvPicPr>
          <p:cNvPr id="7"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8"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9" name="PlaceHolder 2"/>
          <p:cNvSpPr>
            <a:spLocks noGrp="1"/>
          </p:cNvSpPr>
          <p:nvPr>
            <p:ph type="body"/>
          </p:nvPr>
        </p:nvSpPr>
        <p:spPr>
          <a:xfrm>
            <a:off x="180000" y="607680"/>
            <a:ext cx="8774640" cy="1931040"/>
          </a:xfrm>
          <a:prstGeom prst="rect">
            <a:avLst/>
          </a:prstGeom>
          <a:noFill/>
          <a:ln w="0">
            <a:noFill/>
          </a:ln>
        </p:spPr>
        <p:txBody>
          <a:bodyPr lIns="0" tIns="0" rIns="0" bIns="0" anchor="t">
            <a:normAutofit fontScale="925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0" name="PlaceHolder 3"/>
          <p:cNvSpPr>
            <a:spLocks noGrp="1"/>
          </p:cNvSpPr>
          <p:nvPr>
            <p:ph type="body"/>
          </p:nvPr>
        </p:nvSpPr>
        <p:spPr>
          <a:xfrm>
            <a:off x="180000" y="2723040"/>
            <a:ext cx="8774640" cy="1931040"/>
          </a:xfrm>
          <a:prstGeom prst="rect">
            <a:avLst/>
          </a:prstGeom>
          <a:noFill/>
          <a:ln w="0">
            <a:noFill/>
          </a:ln>
        </p:spPr>
        <p:txBody>
          <a:bodyPr lIns="0" tIns="0" rIns="0" bIns="0" anchor="t">
            <a:normAutofit fontScale="925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solidFill>
          <a:srgbClr val="FFFFFF"/>
        </a:solidFill>
      </p:bgPr>
    </p:bg>
    <p:spTree>
      <p:nvGrpSpPr>
        <p:cNvPr id="1" name=""/>
        <p:cNvGrpSpPr/>
        <p:nvPr/>
      </p:nvGrpSpPr>
      <p:grpSpPr>
        <a:xfrm>
          <a:off x="0" y="0"/>
          <a:ext cx="0" cy="0"/>
          <a:chOff x="0" y="0"/>
          <a:chExt cx="0" cy="0"/>
        </a:xfrm>
      </p:grpSpPr>
      <p:pic>
        <p:nvPicPr>
          <p:cNvPr id="11" name="Grafik 3"/>
          <p:cNvPicPr/>
          <p:nvPr/>
        </p:nvPicPr>
        <p:blipFill>
          <a:blip r:embed="rId2"/>
          <a:stretch/>
        </p:blipFill>
        <p:spPr>
          <a:xfrm>
            <a:off x="868680" y="-308520"/>
            <a:ext cx="7405920" cy="4165560"/>
          </a:xfrm>
          <a:prstGeom prst="rect">
            <a:avLst/>
          </a:prstGeom>
          <a:noFill/>
          <a:ln w="0">
            <a:noFill/>
          </a:ln>
        </p:spPr>
      </p:pic>
      <p:pic>
        <p:nvPicPr>
          <p:cNvPr id="12"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13"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4"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5"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6" name="PlaceHolder 4"/>
          <p:cNvSpPr>
            <a:spLocks noGrp="1"/>
          </p:cNvSpPr>
          <p:nvPr>
            <p:ph type="body"/>
          </p:nvPr>
        </p:nvSpPr>
        <p:spPr>
          <a:xfrm>
            <a:off x="1800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7" name="PlaceHolder 5"/>
          <p:cNvSpPr>
            <a:spLocks noGrp="1"/>
          </p:cNvSpPr>
          <p:nvPr>
            <p:ph type="body"/>
          </p:nvPr>
        </p:nvSpPr>
        <p:spPr>
          <a:xfrm>
            <a:off x="46764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FFFFFF"/>
        </a:solidFill>
      </p:bgPr>
    </p:bg>
    <p:spTree>
      <p:nvGrpSpPr>
        <p:cNvPr id="1" name=""/>
        <p:cNvGrpSpPr/>
        <p:nvPr/>
      </p:nvGrpSpPr>
      <p:grpSpPr>
        <a:xfrm>
          <a:off x="0" y="0"/>
          <a:ext cx="0" cy="0"/>
          <a:chOff x="0" y="0"/>
          <a:chExt cx="0" cy="0"/>
        </a:xfrm>
      </p:grpSpPr>
      <p:pic>
        <p:nvPicPr>
          <p:cNvPr id="18" name="Grafik 3"/>
          <p:cNvPicPr/>
          <p:nvPr/>
        </p:nvPicPr>
        <p:blipFill>
          <a:blip r:embed="rId2"/>
          <a:stretch/>
        </p:blipFill>
        <p:spPr>
          <a:xfrm>
            <a:off x="868680" y="-308520"/>
            <a:ext cx="7405920" cy="4165560"/>
          </a:xfrm>
          <a:prstGeom prst="rect">
            <a:avLst/>
          </a:prstGeom>
          <a:noFill/>
          <a:ln w="0">
            <a:noFill/>
          </a:ln>
        </p:spPr>
      </p:pic>
      <p:pic>
        <p:nvPicPr>
          <p:cNvPr id="19"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20"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21" name="PlaceHolder 2"/>
          <p:cNvSpPr>
            <a:spLocks noGrp="1"/>
          </p:cNvSpPr>
          <p:nvPr>
            <p:ph type="body"/>
          </p:nvPr>
        </p:nvSpPr>
        <p:spPr>
          <a:xfrm>
            <a:off x="18000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22" name="PlaceHolder 3"/>
          <p:cNvSpPr>
            <a:spLocks noGrp="1"/>
          </p:cNvSpPr>
          <p:nvPr>
            <p:ph type="body"/>
          </p:nvPr>
        </p:nvSpPr>
        <p:spPr>
          <a:xfrm>
            <a:off x="314676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23" name="PlaceHolder 4"/>
          <p:cNvSpPr>
            <a:spLocks noGrp="1"/>
          </p:cNvSpPr>
          <p:nvPr>
            <p:ph type="body"/>
          </p:nvPr>
        </p:nvSpPr>
        <p:spPr>
          <a:xfrm>
            <a:off x="611388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24" name="PlaceHolder 5"/>
          <p:cNvSpPr>
            <a:spLocks noGrp="1"/>
          </p:cNvSpPr>
          <p:nvPr>
            <p:ph type="body"/>
          </p:nvPr>
        </p:nvSpPr>
        <p:spPr>
          <a:xfrm>
            <a:off x="18000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25" name="PlaceHolder 6"/>
          <p:cNvSpPr>
            <a:spLocks noGrp="1"/>
          </p:cNvSpPr>
          <p:nvPr>
            <p:ph type="body"/>
          </p:nvPr>
        </p:nvSpPr>
        <p:spPr>
          <a:xfrm>
            <a:off x="314676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26" name="PlaceHolder 7"/>
          <p:cNvSpPr>
            <a:spLocks noGrp="1"/>
          </p:cNvSpPr>
          <p:nvPr>
            <p:ph type="body"/>
          </p:nvPr>
        </p:nvSpPr>
        <p:spPr>
          <a:xfrm>
            <a:off x="611388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FFFFFF"/>
        </a:solidFill>
      </p:bgPr>
    </p:bg>
    <p:spTree>
      <p:nvGrpSpPr>
        <p:cNvPr id="1" name=""/>
        <p:cNvGrpSpPr/>
        <p:nvPr/>
      </p:nvGrpSpPr>
      <p:grpSpPr>
        <a:xfrm>
          <a:off x="0" y="0"/>
          <a:ext cx="0" cy="0"/>
          <a:chOff x="0" y="0"/>
          <a:chExt cx="0" cy="0"/>
        </a:xfrm>
      </p:grpSpPr>
      <p:pic>
        <p:nvPicPr>
          <p:cNvPr id="27" name="Grafik 3"/>
          <p:cNvPicPr/>
          <p:nvPr/>
        </p:nvPicPr>
        <p:blipFill>
          <a:blip r:embed="rId2"/>
          <a:stretch/>
        </p:blipFill>
        <p:spPr>
          <a:xfrm>
            <a:off x="868680" y="-308520"/>
            <a:ext cx="7405920" cy="4165560"/>
          </a:xfrm>
          <a:prstGeom prst="rect">
            <a:avLst/>
          </a:prstGeom>
          <a:noFill/>
          <a:ln w="0">
            <a:noFill/>
          </a:ln>
        </p:spPr>
      </p:pic>
      <p:pic>
        <p:nvPicPr>
          <p:cNvPr id="28"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29"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solidFill>
          <a:srgbClr val="FFFFFF"/>
        </a:solidFill>
      </p:bgPr>
    </p:bg>
    <p:spTree>
      <p:nvGrpSpPr>
        <p:cNvPr id="1" name=""/>
        <p:cNvGrpSpPr/>
        <p:nvPr/>
      </p:nvGrpSpPr>
      <p:grpSpPr>
        <a:xfrm>
          <a:off x="0" y="0"/>
          <a:ext cx="0" cy="0"/>
          <a:chOff x="0" y="0"/>
          <a:chExt cx="0" cy="0"/>
        </a:xfrm>
      </p:grpSpPr>
      <p:pic>
        <p:nvPicPr>
          <p:cNvPr id="30" name="Grafik 3"/>
          <p:cNvPicPr/>
          <p:nvPr/>
        </p:nvPicPr>
        <p:blipFill>
          <a:blip r:embed="rId2"/>
          <a:stretch/>
        </p:blipFill>
        <p:spPr>
          <a:xfrm>
            <a:off x="868680" y="-308520"/>
            <a:ext cx="7405920" cy="4165560"/>
          </a:xfrm>
          <a:prstGeom prst="rect">
            <a:avLst/>
          </a:prstGeom>
          <a:noFill/>
          <a:ln w="0">
            <a:noFill/>
          </a:ln>
        </p:spPr>
      </p:pic>
      <p:pic>
        <p:nvPicPr>
          <p:cNvPr id="31"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32"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33" name="PlaceHolder 2"/>
          <p:cNvSpPr>
            <a:spLocks noGrp="1"/>
          </p:cNvSpPr>
          <p:nvPr>
            <p:ph type="body"/>
          </p:nvPr>
        </p:nvSpPr>
        <p:spPr>
          <a:xfrm>
            <a:off x="180000" y="607680"/>
            <a:ext cx="877464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solidFill>
          <a:srgbClr val="FFFFFF"/>
        </a:solidFill>
      </p:bgPr>
    </p:bg>
    <p:spTree>
      <p:nvGrpSpPr>
        <p:cNvPr id="1" name=""/>
        <p:cNvGrpSpPr/>
        <p:nvPr/>
      </p:nvGrpSpPr>
      <p:grpSpPr>
        <a:xfrm>
          <a:off x="0" y="0"/>
          <a:ext cx="0" cy="0"/>
          <a:chOff x="0" y="0"/>
          <a:chExt cx="0" cy="0"/>
        </a:xfrm>
      </p:grpSpPr>
      <p:pic>
        <p:nvPicPr>
          <p:cNvPr id="34" name="Grafik 3"/>
          <p:cNvPicPr/>
          <p:nvPr/>
        </p:nvPicPr>
        <p:blipFill>
          <a:blip r:embed="rId2"/>
          <a:stretch/>
        </p:blipFill>
        <p:spPr>
          <a:xfrm>
            <a:off x="868680" y="-308520"/>
            <a:ext cx="7405920" cy="4165560"/>
          </a:xfrm>
          <a:prstGeom prst="rect">
            <a:avLst/>
          </a:prstGeom>
          <a:noFill/>
          <a:ln w="0">
            <a:noFill/>
          </a:ln>
        </p:spPr>
      </p:pic>
      <p:pic>
        <p:nvPicPr>
          <p:cNvPr id="35"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36"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37" name="PlaceHolder 2"/>
          <p:cNvSpPr>
            <a:spLocks noGrp="1"/>
          </p:cNvSpPr>
          <p:nvPr>
            <p:ph type="body"/>
          </p:nvPr>
        </p:nvSpPr>
        <p:spPr>
          <a:xfrm>
            <a:off x="1800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38" name="PlaceHolder 3"/>
          <p:cNvSpPr>
            <a:spLocks noGrp="1"/>
          </p:cNvSpPr>
          <p:nvPr>
            <p:ph type="body"/>
          </p:nvPr>
        </p:nvSpPr>
        <p:spPr>
          <a:xfrm>
            <a:off x="46764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pic>
        <p:nvPicPr>
          <p:cNvPr id="39" name="Grafik 3"/>
          <p:cNvPicPr/>
          <p:nvPr/>
        </p:nvPicPr>
        <p:blipFill>
          <a:blip r:embed="rId2"/>
          <a:stretch/>
        </p:blipFill>
        <p:spPr>
          <a:xfrm>
            <a:off x="868680" y="-308520"/>
            <a:ext cx="7405920" cy="4165560"/>
          </a:xfrm>
          <a:prstGeom prst="rect">
            <a:avLst/>
          </a:prstGeom>
          <a:noFill/>
          <a:ln w="0">
            <a:noFill/>
          </a:ln>
        </p:spPr>
      </p:pic>
      <p:pic>
        <p:nvPicPr>
          <p:cNvPr id="40"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41"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bg>
      <p:bgPr>
        <a:solidFill>
          <a:srgbClr val="FFFFFF"/>
        </a:solidFill>
      </p:bgPr>
    </p:bg>
    <p:spTree>
      <p:nvGrpSpPr>
        <p:cNvPr id="1" name=""/>
        <p:cNvGrpSpPr/>
        <p:nvPr/>
      </p:nvGrpSpPr>
      <p:grpSpPr>
        <a:xfrm>
          <a:off x="0" y="0"/>
          <a:ext cx="0" cy="0"/>
          <a:chOff x="0" y="0"/>
          <a:chExt cx="0" cy="0"/>
        </a:xfrm>
      </p:grpSpPr>
      <p:pic>
        <p:nvPicPr>
          <p:cNvPr id="42" name="Grafik 3"/>
          <p:cNvPicPr/>
          <p:nvPr/>
        </p:nvPicPr>
        <p:blipFill>
          <a:blip r:embed="rId2"/>
          <a:stretch/>
        </p:blipFill>
        <p:spPr>
          <a:xfrm>
            <a:off x="868680" y="-308520"/>
            <a:ext cx="7405920" cy="4165560"/>
          </a:xfrm>
          <a:prstGeom prst="rect">
            <a:avLst/>
          </a:prstGeom>
          <a:noFill/>
          <a:ln w="0">
            <a:noFill/>
          </a:ln>
        </p:spPr>
      </p:pic>
      <p:pic>
        <p:nvPicPr>
          <p:cNvPr id="43"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solidFill>
          <a:srgbClr val="FFFFFF"/>
        </a:solidFill>
      </p:bgPr>
    </p:bg>
    <p:spTree>
      <p:nvGrpSpPr>
        <p:cNvPr id="1" name=""/>
        <p:cNvGrpSpPr/>
        <p:nvPr/>
      </p:nvGrpSpPr>
      <p:grpSpPr>
        <a:xfrm>
          <a:off x="0" y="0"/>
          <a:ext cx="0" cy="0"/>
          <a:chOff x="0" y="0"/>
          <a:chExt cx="0" cy="0"/>
        </a:xfrm>
      </p:grpSpPr>
      <p:pic>
        <p:nvPicPr>
          <p:cNvPr id="44" name="Grafik 3"/>
          <p:cNvPicPr/>
          <p:nvPr/>
        </p:nvPicPr>
        <p:blipFill>
          <a:blip r:embed="rId2"/>
          <a:stretch/>
        </p:blipFill>
        <p:spPr>
          <a:xfrm>
            <a:off x="868680" y="-308520"/>
            <a:ext cx="7405920" cy="4165560"/>
          </a:xfrm>
          <a:prstGeom prst="rect">
            <a:avLst/>
          </a:prstGeom>
          <a:noFill/>
          <a:ln w="0">
            <a:noFill/>
          </a:ln>
        </p:spPr>
      </p:pic>
      <p:pic>
        <p:nvPicPr>
          <p:cNvPr id="45"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46"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47"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48" name="PlaceHolder 3"/>
          <p:cNvSpPr>
            <a:spLocks noGrp="1"/>
          </p:cNvSpPr>
          <p:nvPr>
            <p:ph type="body"/>
          </p:nvPr>
        </p:nvSpPr>
        <p:spPr>
          <a:xfrm>
            <a:off x="46764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49" name="PlaceHolder 4"/>
          <p:cNvSpPr>
            <a:spLocks noGrp="1"/>
          </p:cNvSpPr>
          <p:nvPr>
            <p:ph type="body"/>
          </p:nvPr>
        </p:nvSpPr>
        <p:spPr>
          <a:xfrm>
            <a:off x="1800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solidFill>
          <a:srgbClr val="FFFFFF"/>
        </a:solidFill>
      </p:bgPr>
    </p:bg>
    <p:spTree>
      <p:nvGrpSpPr>
        <p:cNvPr id="1" name=""/>
        <p:cNvGrpSpPr/>
        <p:nvPr/>
      </p:nvGrpSpPr>
      <p:grpSpPr>
        <a:xfrm>
          <a:off x="0" y="0"/>
          <a:ext cx="0" cy="0"/>
          <a:chOff x="0" y="0"/>
          <a:chExt cx="0" cy="0"/>
        </a:xfrm>
      </p:grpSpPr>
      <p:pic>
        <p:nvPicPr>
          <p:cNvPr id="50" name="Grafik 3"/>
          <p:cNvPicPr/>
          <p:nvPr/>
        </p:nvPicPr>
        <p:blipFill>
          <a:blip r:embed="rId2"/>
          <a:stretch/>
        </p:blipFill>
        <p:spPr>
          <a:xfrm>
            <a:off x="868680" y="-308520"/>
            <a:ext cx="7405920" cy="4165560"/>
          </a:xfrm>
          <a:prstGeom prst="rect">
            <a:avLst/>
          </a:prstGeom>
          <a:noFill/>
          <a:ln w="0">
            <a:noFill/>
          </a:ln>
        </p:spPr>
      </p:pic>
      <p:pic>
        <p:nvPicPr>
          <p:cNvPr id="51"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52"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53" name="PlaceHolder 2"/>
          <p:cNvSpPr>
            <a:spLocks noGrp="1"/>
          </p:cNvSpPr>
          <p:nvPr>
            <p:ph type="body"/>
          </p:nvPr>
        </p:nvSpPr>
        <p:spPr>
          <a:xfrm>
            <a:off x="1800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54"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55" name="PlaceHolder 4"/>
          <p:cNvSpPr>
            <a:spLocks noGrp="1"/>
          </p:cNvSpPr>
          <p:nvPr>
            <p:ph type="body"/>
          </p:nvPr>
        </p:nvSpPr>
        <p:spPr>
          <a:xfrm>
            <a:off x="46764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solidFill>
          <a:srgbClr val="FFFFFF"/>
        </a:solidFill>
      </p:bgPr>
    </p:bg>
    <p:spTree>
      <p:nvGrpSpPr>
        <p:cNvPr id="1" name=""/>
        <p:cNvGrpSpPr/>
        <p:nvPr/>
      </p:nvGrpSpPr>
      <p:grpSpPr>
        <a:xfrm>
          <a:off x="0" y="0"/>
          <a:ext cx="0" cy="0"/>
          <a:chOff x="0" y="0"/>
          <a:chExt cx="0" cy="0"/>
        </a:xfrm>
      </p:grpSpPr>
      <p:pic>
        <p:nvPicPr>
          <p:cNvPr id="56" name="Grafik 3"/>
          <p:cNvPicPr/>
          <p:nvPr/>
        </p:nvPicPr>
        <p:blipFill>
          <a:blip r:embed="rId2"/>
          <a:stretch/>
        </p:blipFill>
        <p:spPr>
          <a:xfrm>
            <a:off x="868680" y="-308520"/>
            <a:ext cx="7405920" cy="4165560"/>
          </a:xfrm>
          <a:prstGeom prst="rect">
            <a:avLst/>
          </a:prstGeom>
          <a:noFill/>
          <a:ln w="0">
            <a:noFill/>
          </a:ln>
        </p:spPr>
      </p:pic>
      <p:pic>
        <p:nvPicPr>
          <p:cNvPr id="57" name="Grafik 7" descr="FH Technikum Wien - University of Applied Sciences"/>
          <p:cNvPicPr/>
          <p:nvPr/>
        </p:nvPicPr>
        <p:blipFill>
          <a:blip r:embed="rId3"/>
          <a:stretch/>
        </p:blipFill>
        <p:spPr>
          <a:xfrm>
            <a:off x="612720" y="3214440"/>
            <a:ext cx="2621520" cy="1651680"/>
          </a:xfrm>
          <a:prstGeom prst="rect">
            <a:avLst/>
          </a:prstGeom>
          <a:noFill/>
          <a:ln w="0">
            <a:noFill/>
          </a:ln>
        </p:spPr>
      </p:pic>
      <p:sp>
        <p:nvSpPr>
          <p:cNvPr id="58"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59"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60"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61" name="PlaceHolder 4"/>
          <p:cNvSpPr>
            <a:spLocks noGrp="1"/>
          </p:cNvSpPr>
          <p:nvPr>
            <p:ph type="body"/>
          </p:nvPr>
        </p:nvSpPr>
        <p:spPr>
          <a:xfrm>
            <a:off x="180000" y="2723040"/>
            <a:ext cx="8774640" cy="1931040"/>
          </a:xfrm>
          <a:prstGeom prst="rect">
            <a:avLst/>
          </a:prstGeom>
          <a:noFill/>
          <a:ln w="0">
            <a:noFill/>
          </a:ln>
        </p:spPr>
        <p:txBody>
          <a:bodyPr lIns="0" tIns="0" rIns="0" bIns="0" anchor="t">
            <a:normAutofit fontScale="925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1134"/>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62"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3"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64" name="Grafik 8"/>
          <p:cNvPicPr/>
          <p:nvPr/>
        </p:nvPicPr>
        <p:blipFill>
          <a:blip r:embed="rId2"/>
          <a:stretch/>
        </p:blipFill>
        <p:spPr>
          <a:xfrm>
            <a:off x="0" y="4704480"/>
            <a:ext cx="696240" cy="438480"/>
          </a:xfrm>
          <a:prstGeom prst="rect">
            <a:avLst/>
          </a:prstGeom>
          <a:noFill/>
          <a:ln w="0">
            <a:noFill/>
          </a:ln>
        </p:spPr>
      </p:pic>
      <p:sp>
        <p:nvSpPr>
          <p:cNvPr id="65" name="PlaceHolder 1"/>
          <p:cNvSpPr>
            <a:spLocks noGrp="1"/>
          </p:cNvSpPr>
          <p:nvPr>
            <p:ph type="ftr" idx="1"/>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66" name="PlaceHolder 2"/>
          <p:cNvSpPr>
            <a:spLocks noGrp="1"/>
          </p:cNvSpPr>
          <p:nvPr>
            <p:ph type="sldNum" idx="2"/>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2513351A-DB9A-4009-9BB2-31082D15D448}"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
        <p:nvSpPr>
          <p:cNvPr id="67" name="PlaceHolder 3"/>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68" name="PlaceHolder 4"/>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2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24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20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20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Click to edit the outline text format</a:t>
            </a:r>
            <a:endParaRPr lang="de-DE" sz="2800" b="0" u="none" strike="noStrike">
              <a:solidFill>
                <a:schemeClr val="dk1"/>
              </a:solidFill>
              <a:effectLst/>
              <a:uFillTx/>
              <a:latin typeface="Arial"/>
            </a:endParaRPr>
          </a:p>
          <a:p>
            <a:pPr marL="864000" lvl="1" indent="-324000" algn="l" defTabSz="914400">
              <a:lnSpc>
                <a:spcPct val="90000"/>
              </a:lnSpc>
              <a:spcBef>
                <a:spcPts val="499"/>
              </a:spcBef>
              <a:buClr>
                <a:srgbClr val="000000"/>
              </a:buClr>
              <a:buSzPct val="75000"/>
              <a:buFont typeface="Symbol" charset="2"/>
              <a:buChar char=""/>
            </a:pPr>
            <a:r>
              <a:rPr lang="de-DE" sz="2400" b="0" u="none" strike="noStrike">
                <a:solidFill>
                  <a:schemeClr val="dk1"/>
                </a:solidFill>
                <a:effectLst/>
                <a:uFillTx/>
                <a:latin typeface="Arial"/>
              </a:rPr>
              <a:t>Second Outline Level</a:t>
            </a:r>
            <a:endParaRPr lang="de-DE" sz="2400" b="0" u="none" strike="noStrike">
              <a:solidFill>
                <a:schemeClr val="dk1"/>
              </a:solidFill>
              <a:effectLst/>
              <a:uFillTx/>
              <a:latin typeface="Arial"/>
            </a:endParaRPr>
          </a:p>
          <a:p>
            <a:pPr marL="1296000" lvl="2" indent="-288000" algn="l" defTabSz="914400">
              <a:lnSpc>
                <a:spcPct val="90000"/>
              </a:lnSpc>
              <a:spcBef>
                <a:spcPts val="499"/>
              </a:spcBef>
              <a:buClr>
                <a:srgbClr val="000000"/>
              </a:buClr>
              <a:buSzPct val="45000"/>
              <a:buFont typeface="Wingdings" charset="2"/>
              <a:buChar char=""/>
            </a:pPr>
            <a:r>
              <a:rPr lang="de-DE" sz="2000" b="0" u="none" strike="noStrike">
                <a:solidFill>
                  <a:schemeClr val="dk1"/>
                </a:solidFill>
                <a:effectLst/>
                <a:uFillTx/>
                <a:latin typeface="Arial"/>
              </a:rPr>
              <a:t>Third Outline Level</a:t>
            </a:r>
            <a:endParaRPr lang="de-DE" sz="2000" b="0" u="none" strike="noStrike">
              <a:solidFill>
                <a:schemeClr val="dk1"/>
              </a:solidFill>
              <a:effectLst/>
              <a:uFillTx/>
              <a:latin typeface="Arial"/>
            </a:endParaRPr>
          </a:p>
          <a:p>
            <a:pPr marL="17280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21600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Sixth Outline Level</a:t>
            </a:r>
            <a:endParaRPr lang="de-DE" sz="20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Seventh Outline Level</a:t>
            </a:r>
            <a:endParaRPr lang="de-DE" sz="2000" b="0" u="none" strike="noStrik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bg>
      <p:bgPr>
        <a:solidFill>
          <a:srgbClr val="FFFFFF"/>
        </a:solidFill>
      </p:bgPr>
    </p:bg>
    <p:spTree>
      <p:nvGrpSpPr>
        <p:cNvPr id="1" name=""/>
        <p:cNvGrpSpPr/>
        <p:nvPr/>
      </p:nvGrpSpPr>
      <p:grpSpPr>
        <a:xfrm>
          <a:off x="0" y="0"/>
          <a:ext cx="0" cy="0"/>
          <a:chOff x="0" y="0"/>
          <a:chExt cx="0" cy="0"/>
        </a:xfrm>
      </p:grpSpPr>
      <p:sp>
        <p:nvSpPr>
          <p:cNvPr id="69"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71" name="Grafik 8"/>
          <p:cNvPicPr/>
          <p:nvPr/>
        </p:nvPicPr>
        <p:blipFill>
          <a:blip r:embed="rId2"/>
          <a:stretch/>
        </p:blipFill>
        <p:spPr>
          <a:xfrm>
            <a:off x="0" y="4704480"/>
            <a:ext cx="696240" cy="438480"/>
          </a:xfrm>
          <a:prstGeom prst="rect">
            <a:avLst/>
          </a:prstGeom>
          <a:noFill/>
          <a:ln w="0">
            <a:noFill/>
          </a:ln>
        </p:spPr>
      </p:pic>
      <p:sp>
        <p:nvSpPr>
          <p:cNvPr id="72"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73" name="PlaceHolder 2"/>
          <p:cNvSpPr>
            <a:spLocks noGrp="1"/>
          </p:cNvSpPr>
          <p:nvPr>
            <p:ph type="body"/>
          </p:nvPr>
        </p:nvSpPr>
        <p:spPr>
          <a:xfrm>
            <a:off x="180000" y="607680"/>
            <a:ext cx="8774640" cy="1931040"/>
          </a:xfrm>
          <a:prstGeom prst="rect">
            <a:avLst/>
          </a:prstGeom>
          <a:noFill/>
          <a:ln w="0">
            <a:noFill/>
          </a:ln>
        </p:spPr>
        <p:txBody>
          <a:bodyPr lIns="0" tIns="0" rIns="0" bIns="0" anchor="t">
            <a:normAutofit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74" name="PlaceHolder 3"/>
          <p:cNvSpPr>
            <a:spLocks noGrp="1"/>
          </p:cNvSpPr>
          <p:nvPr>
            <p:ph type="body"/>
          </p:nvPr>
        </p:nvSpPr>
        <p:spPr>
          <a:xfrm>
            <a:off x="180000" y="2723040"/>
            <a:ext cx="8774640" cy="1931040"/>
          </a:xfrm>
          <a:prstGeom prst="rect">
            <a:avLst/>
          </a:prstGeom>
          <a:noFill/>
          <a:ln w="0">
            <a:noFill/>
          </a:ln>
        </p:spPr>
        <p:txBody>
          <a:bodyPr lIns="0" tIns="0" rIns="0" bIns="0" anchor="t">
            <a:normAutofit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75" name="PlaceHolder 4"/>
          <p:cNvSpPr>
            <a:spLocks noGrp="1"/>
          </p:cNvSpPr>
          <p:nvPr>
            <p:ph type="ftr" idx="3"/>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76" name="PlaceHolder 5"/>
          <p:cNvSpPr>
            <a:spLocks noGrp="1"/>
          </p:cNvSpPr>
          <p:nvPr>
            <p:ph type="sldNum" idx="4"/>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D7BB9419-D2C7-4457-88A3-ECF2AC4B39E1}"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bg>
      <p:bgPr>
        <a:solidFill>
          <a:srgbClr val="FFFFFF"/>
        </a:solidFill>
      </p:bgPr>
    </p:bg>
    <p:spTree>
      <p:nvGrpSpPr>
        <p:cNvPr id="1" name=""/>
        <p:cNvGrpSpPr/>
        <p:nvPr/>
      </p:nvGrpSpPr>
      <p:grpSpPr>
        <a:xfrm>
          <a:off x="0" y="0"/>
          <a:ext cx="0" cy="0"/>
          <a:chOff x="0" y="0"/>
          <a:chExt cx="0" cy="0"/>
        </a:xfrm>
      </p:grpSpPr>
      <p:sp>
        <p:nvSpPr>
          <p:cNvPr id="77"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79" name="Grafik 8"/>
          <p:cNvPicPr/>
          <p:nvPr/>
        </p:nvPicPr>
        <p:blipFill>
          <a:blip r:embed="rId2"/>
          <a:stretch/>
        </p:blipFill>
        <p:spPr>
          <a:xfrm>
            <a:off x="0" y="4704480"/>
            <a:ext cx="696240" cy="438480"/>
          </a:xfrm>
          <a:prstGeom prst="rect">
            <a:avLst/>
          </a:prstGeom>
          <a:noFill/>
          <a:ln w="0">
            <a:noFill/>
          </a:ln>
        </p:spPr>
      </p:pic>
      <p:sp>
        <p:nvSpPr>
          <p:cNvPr id="80"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81"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82"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83" name="PlaceHolder 4"/>
          <p:cNvSpPr>
            <a:spLocks noGrp="1"/>
          </p:cNvSpPr>
          <p:nvPr>
            <p:ph type="body"/>
          </p:nvPr>
        </p:nvSpPr>
        <p:spPr>
          <a:xfrm>
            <a:off x="1800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84" name="PlaceHolder 5"/>
          <p:cNvSpPr>
            <a:spLocks noGrp="1"/>
          </p:cNvSpPr>
          <p:nvPr>
            <p:ph type="body"/>
          </p:nvPr>
        </p:nvSpPr>
        <p:spPr>
          <a:xfrm>
            <a:off x="46764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85" name="PlaceHolder 6"/>
          <p:cNvSpPr>
            <a:spLocks noGrp="1"/>
          </p:cNvSpPr>
          <p:nvPr>
            <p:ph type="ftr" idx="5"/>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86" name="PlaceHolder 7"/>
          <p:cNvSpPr>
            <a:spLocks noGrp="1"/>
          </p:cNvSpPr>
          <p:nvPr>
            <p:ph type="sldNum" idx="6"/>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A4DB1CB9-C1F7-42C5-AC4A-5BD904B2E611}"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FFFFF"/>
        </a:solidFill>
      </p:bgPr>
    </p:bg>
    <p:spTree>
      <p:nvGrpSpPr>
        <p:cNvPr id="1" name=""/>
        <p:cNvGrpSpPr/>
        <p:nvPr/>
      </p:nvGrpSpPr>
      <p:grpSpPr>
        <a:xfrm>
          <a:off x="0" y="0"/>
          <a:ext cx="0" cy="0"/>
          <a:chOff x="0" y="0"/>
          <a:chExt cx="0" cy="0"/>
        </a:xfrm>
      </p:grpSpPr>
      <p:sp>
        <p:nvSpPr>
          <p:cNvPr id="87"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8"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89" name="Grafik 8"/>
          <p:cNvPicPr/>
          <p:nvPr/>
        </p:nvPicPr>
        <p:blipFill>
          <a:blip r:embed="rId2"/>
          <a:stretch/>
        </p:blipFill>
        <p:spPr>
          <a:xfrm>
            <a:off x="0" y="4704480"/>
            <a:ext cx="696240" cy="438480"/>
          </a:xfrm>
          <a:prstGeom prst="rect">
            <a:avLst/>
          </a:prstGeom>
          <a:noFill/>
          <a:ln w="0">
            <a:noFill/>
          </a:ln>
        </p:spPr>
      </p:pic>
      <p:sp>
        <p:nvSpPr>
          <p:cNvPr id="90"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91" name="PlaceHolder 2"/>
          <p:cNvSpPr>
            <a:spLocks noGrp="1"/>
          </p:cNvSpPr>
          <p:nvPr>
            <p:ph type="body"/>
          </p:nvPr>
        </p:nvSpPr>
        <p:spPr>
          <a:xfrm>
            <a:off x="18000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2" name="PlaceHolder 3"/>
          <p:cNvSpPr>
            <a:spLocks noGrp="1"/>
          </p:cNvSpPr>
          <p:nvPr>
            <p:ph type="body"/>
          </p:nvPr>
        </p:nvSpPr>
        <p:spPr>
          <a:xfrm>
            <a:off x="314676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3" name="PlaceHolder 4"/>
          <p:cNvSpPr>
            <a:spLocks noGrp="1"/>
          </p:cNvSpPr>
          <p:nvPr>
            <p:ph type="body"/>
          </p:nvPr>
        </p:nvSpPr>
        <p:spPr>
          <a:xfrm>
            <a:off x="6113880" y="60768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4" name="PlaceHolder 5"/>
          <p:cNvSpPr>
            <a:spLocks noGrp="1"/>
          </p:cNvSpPr>
          <p:nvPr>
            <p:ph type="body"/>
          </p:nvPr>
        </p:nvSpPr>
        <p:spPr>
          <a:xfrm>
            <a:off x="18000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5" name="PlaceHolder 6"/>
          <p:cNvSpPr>
            <a:spLocks noGrp="1"/>
          </p:cNvSpPr>
          <p:nvPr>
            <p:ph type="body"/>
          </p:nvPr>
        </p:nvSpPr>
        <p:spPr>
          <a:xfrm>
            <a:off x="314676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6" name="PlaceHolder 7"/>
          <p:cNvSpPr>
            <a:spLocks noGrp="1"/>
          </p:cNvSpPr>
          <p:nvPr>
            <p:ph type="body"/>
          </p:nvPr>
        </p:nvSpPr>
        <p:spPr>
          <a:xfrm>
            <a:off x="6113880" y="2723040"/>
            <a:ext cx="2824920" cy="1931040"/>
          </a:xfrm>
          <a:prstGeom prst="rect">
            <a:avLst/>
          </a:prstGeom>
          <a:noFill/>
          <a:ln w="0">
            <a:noFill/>
          </a:ln>
        </p:spPr>
        <p:txBody>
          <a:bodyPr lIns="0" tIns="0" rIns="0" bIns="0" anchor="t">
            <a:normAutofit fontScale="32500" lnSpcReduction="1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97" name="PlaceHolder 8"/>
          <p:cNvSpPr>
            <a:spLocks noGrp="1"/>
          </p:cNvSpPr>
          <p:nvPr>
            <p:ph type="ftr" idx="7"/>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98" name="PlaceHolder 9"/>
          <p:cNvSpPr>
            <a:spLocks noGrp="1"/>
          </p:cNvSpPr>
          <p:nvPr>
            <p:ph type="sldNum" idx="8"/>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0F53934C-C0B8-4B00-A12A-33F7B6CAA78E}"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bg>
      <p:bgPr>
        <a:solidFill>
          <a:srgbClr val="FFFFFF"/>
        </a:solidFill>
      </p:bgPr>
    </p:bg>
    <p:spTree>
      <p:nvGrpSpPr>
        <p:cNvPr id="1" name=""/>
        <p:cNvGrpSpPr/>
        <p:nvPr/>
      </p:nvGrpSpPr>
      <p:grpSpPr>
        <a:xfrm>
          <a:off x="0" y="0"/>
          <a:ext cx="0" cy="0"/>
          <a:chOff x="0" y="0"/>
          <a:chExt cx="0" cy="0"/>
        </a:xfrm>
      </p:grpSpPr>
      <p:sp>
        <p:nvSpPr>
          <p:cNvPr id="99"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01" name="Grafik 8"/>
          <p:cNvPicPr/>
          <p:nvPr/>
        </p:nvPicPr>
        <p:blipFill>
          <a:blip r:embed="rId2"/>
          <a:stretch/>
        </p:blipFill>
        <p:spPr>
          <a:xfrm>
            <a:off x="0" y="4704480"/>
            <a:ext cx="696240" cy="438480"/>
          </a:xfrm>
          <a:prstGeom prst="rect">
            <a:avLst/>
          </a:prstGeom>
          <a:noFill/>
          <a:ln w="0">
            <a:noFill/>
          </a:ln>
        </p:spPr>
      </p:pic>
      <p:sp>
        <p:nvSpPr>
          <p:cNvPr id="102"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03" name="PlaceHolder 2"/>
          <p:cNvSpPr>
            <a:spLocks noGrp="1"/>
          </p:cNvSpPr>
          <p:nvPr>
            <p:ph type="ftr" idx="9"/>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04" name="PlaceHolder 3"/>
          <p:cNvSpPr>
            <a:spLocks noGrp="1"/>
          </p:cNvSpPr>
          <p:nvPr>
            <p:ph type="sldNum" idx="10"/>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ED3D7568-8B79-4AE6-A7CB-139849EDFB30}"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
    <p:bg>
      <p:bgPr>
        <a:solidFill>
          <a:srgbClr val="FFFFFF"/>
        </a:solidFill>
      </p:bgPr>
    </p:bg>
    <p:spTree>
      <p:nvGrpSpPr>
        <p:cNvPr id="1" name=""/>
        <p:cNvGrpSpPr/>
        <p:nvPr/>
      </p:nvGrpSpPr>
      <p:grpSpPr>
        <a:xfrm>
          <a:off x="0" y="0"/>
          <a:ext cx="0" cy="0"/>
          <a:chOff x="0" y="0"/>
          <a:chExt cx="0" cy="0"/>
        </a:xfrm>
      </p:grpSpPr>
      <p:sp>
        <p:nvSpPr>
          <p:cNvPr id="105"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6"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07" name="Grafik 8"/>
          <p:cNvPicPr/>
          <p:nvPr/>
        </p:nvPicPr>
        <p:blipFill>
          <a:blip r:embed="rId2"/>
          <a:stretch/>
        </p:blipFill>
        <p:spPr>
          <a:xfrm>
            <a:off x="0" y="4704480"/>
            <a:ext cx="696240" cy="438480"/>
          </a:xfrm>
          <a:prstGeom prst="rect">
            <a:avLst/>
          </a:prstGeom>
          <a:noFill/>
          <a:ln w="0">
            <a:noFill/>
          </a:ln>
        </p:spPr>
      </p:pic>
      <p:sp>
        <p:nvSpPr>
          <p:cNvPr id="108"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09" name="PlaceHolder 2"/>
          <p:cNvSpPr>
            <a:spLocks noGrp="1"/>
          </p:cNvSpPr>
          <p:nvPr>
            <p:ph type="body"/>
          </p:nvPr>
        </p:nvSpPr>
        <p:spPr>
          <a:xfrm>
            <a:off x="180000" y="607680"/>
            <a:ext cx="877464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10" name="PlaceHolder 3"/>
          <p:cNvSpPr>
            <a:spLocks noGrp="1"/>
          </p:cNvSpPr>
          <p:nvPr>
            <p:ph type="ftr" idx="11"/>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11" name="PlaceHolder 4"/>
          <p:cNvSpPr>
            <a:spLocks noGrp="1"/>
          </p:cNvSpPr>
          <p:nvPr>
            <p:ph type="sldNum" idx="12"/>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B63809B1-17D5-4BDB-AE2F-2925A3670D25}"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6">
    <p:bg>
      <p:bgPr>
        <a:solidFill>
          <a:srgbClr val="FFFFFF"/>
        </a:solidFill>
      </p:bgPr>
    </p:bg>
    <p:spTree>
      <p:nvGrpSpPr>
        <p:cNvPr id="1" name=""/>
        <p:cNvGrpSpPr/>
        <p:nvPr/>
      </p:nvGrpSpPr>
      <p:grpSpPr>
        <a:xfrm>
          <a:off x="0" y="0"/>
          <a:ext cx="0" cy="0"/>
          <a:chOff x="0" y="0"/>
          <a:chExt cx="0" cy="0"/>
        </a:xfrm>
      </p:grpSpPr>
      <p:sp>
        <p:nvSpPr>
          <p:cNvPr id="112"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3"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14" name="Grafik 8"/>
          <p:cNvPicPr/>
          <p:nvPr/>
        </p:nvPicPr>
        <p:blipFill>
          <a:blip r:embed="rId2"/>
          <a:stretch/>
        </p:blipFill>
        <p:spPr>
          <a:xfrm>
            <a:off x="0" y="4704480"/>
            <a:ext cx="696240" cy="438480"/>
          </a:xfrm>
          <a:prstGeom prst="rect">
            <a:avLst/>
          </a:prstGeom>
          <a:noFill/>
          <a:ln w="0">
            <a:noFill/>
          </a:ln>
        </p:spPr>
      </p:pic>
      <p:sp>
        <p:nvSpPr>
          <p:cNvPr id="115"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16" name="PlaceHolder 2"/>
          <p:cNvSpPr>
            <a:spLocks noGrp="1"/>
          </p:cNvSpPr>
          <p:nvPr>
            <p:ph type="body"/>
          </p:nvPr>
        </p:nvSpPr>
        <p:spPr>
          <a:xfrm>
            <a:off x="1800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17" name="PlaceHolder 3"/>
          <p:cNvSpPr>
            <a:spLocks noGrp="1"/>
          </p:cNvSpPr>
          <p:nvPr>
            <p:ph type="body"/>
          </p:nvPr>
        </p:nvSpPr>
        <p:spPr>
          <a:xfrm>
            <a:off x="46764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18" name="PlaceHolder 4"/>
          <p:cNvSpPr>
            <a:spLocks noGrp="1"/>
          </p:cNvSpPr>
          <p:nvPr>
            <p:ph type="ftr" idx="13"/>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19" name="PlaceHolder 5"/>
          <p:cNvSpPr>
            <a:spLocks noGrp="1"/>
          </p:cNvSpPr>
          <p:nvPr>
            <p:ph type="sldNum" idx="14"/>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1D615EC0-D30C-4916-9775-C2E505714ACE}"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bg>
      <p:bgPr>
        <a:solidFill>
          <a:srgbClr val="FFFFFF"/>
        </a:solidFill>
      </p:bgPr>
    </p:bg>
    <p:spTree>
      <p:nvGrpSpPr>
        <p:cNvPr id="1" name=""/>
        <p:cNvGrpSpPr/>
        <p:nvPr/>
      </p:nvGrpSpPr>
      <p:grpSpPr>
        <a:xfrm>
          <a:off x="0" y="0"/>
          <a:ext cx="0" cy="0"/>
          <a:chOff x="0" y="0"/>
          <a:chExt cx="0" cy="0"/>
        </a:xfrm>
      </p:grpSpPr>
      <p:sp>
        <p:nvSpPr>
          <p:cNvPr id="120"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1"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22" name="Grafik 8"/>
          <p:cNvPicPr/>
          <p:nvPr/>
        </p:nvPicPr>
        <p:blipFill>
          <a:blip r:embed="rId2"/>
          <a:stretch/>
        </p:blipFill>
        <p:spPr>
          <a:xfrm>
            <a:off x="0" y="4704480"/>
            <a:ext cx="696240" cy="438480"/>
          </a:xfrm>
          <a:prstGeom prst="rect">
            <a:avLst/>
          </a:prstGeom>
          <a:noFill/>
          <a:ln w="0">
            <a:noFill/>
          </a:ln>
        </p:spPr>
      </p:pic>
      <p:sp>
        <p:nvSpPr>
          <p:cNvPr id="123"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24" name="PlaceHolder 2"/>
          <p:cNvSpPr>
            <a:spLocks noGrp="1"/>
          </p:cNvSpPr>
          <p:nvPr>
            <p:ph type="ftr" idx="15"/>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25" name="PlaceHolder 3"/>
          <p:cNvSpPr>
            <a:spLocks noGrp="1"/>
          </p:cNvSpPr>
          <p:nvPr>
            <p:ph type="sldNum" idx="16"/>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5B892C34-1301-4C59-8068-63E815E4CA40}"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8">
    <p:bg>
      <p:bgPr>
        <a:solidFill>
          <a:srgbClr val="FFFFFF"/>
        </a:solidFill>
      </p:bgPr>
    </p:bg>
    <p:spTree>
      <p:nvGrpSpPr>
        <p:cNvPr id="1" name=""/>
        <p:cNvGrpSpPr/>
        <p:nvPr/>
      </p:nvGrpSpPr>
      <p:grpSpPr>
        <a:xfrm>
          <a:off x="0" y="0"/>
          <a:ext cx="0" cy="0"/>
          <a:chOff x="0" y="0"/>
          <a:chExt cx="0" cy="0"/>
        </a:xfrm>
      </p:grpSpPr>
      <p:sp>
        <p:nvSpPr>
          <p:cNvPr id="126"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27"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28" name="Grafik 8"/>
          <p:cNvPicPr/>
          <p:nvPr/>
        </p:nvPicPr>
        <p:blipFill>
          <a:blip r:embed="rId2"/>
          <a:stretch/>
        </p:blipFill>
        <p:spPr>
          <a:xfrm>
            <a:off x="0" y="4704480"/>
            <a:ext cx="696240" cy="438480"/>
          </a:xfrm>
          <a:prstGeom prst="rect">
            <a:avLst/>
          </a:prstGeom>
          <a:noFill/>
          <a:ln w="0">
            <a:noFill/>
          </a:ln>
        </p:spPr>
      </p:pic>
      <p:sp>
        <p:nvSpPr>
          <p:cNvPr id="129" name="PlaceHolder 1"/>
          <p:cNvSpPr>
            <a:spLocks noGrp="1"/>
          </p:cNvSpPr>
          <p:nvPr>
            <p:ph type="ftr" idx="17"/>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30" name="PlaceHolder 2"/>
          <p:cNvSpPr>
            <a:spLocks noGrp="1"/>
          </p:cNvSpPr>
          <p:nvPr>
            <p:ph type="sldNum" idx="18"/>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98C3871D-F742-4ACF-9801-C9DE0518F517}"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9">
    <p:bg>
      <p:bgPr>
        <a:solidFill>
          <a:srgbClr val="FFFFFF"/>
        </a:solidFill>
      </p:bgPr>
    </p:bg>
    <p:spTree>
      <p:nvGrpSpPr>
        <p:cNvPr id="1" name=""/>
        <p:cNvGrpSpPr/>
        <p:nvPr/>
      </p:nvGrpSpPr>
      <p:grpSpPr>
        <a:xfrm>
          <a:off x="0" y="0"/>
          <a:ext cx="0" cy="0"/>
          <a:chOff x="0" y="0"/>
          <a:chExt cx="0" cy="0"/>
        </a:xfrm>
      </p:grpSpPr>
      <p:sp>
        <p:nvSpPr>
          <p:cNvPr id="131"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2"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33" name="Grafik 8"/>
          <p:cNvPicPr/>
          <p:nvPr/>
        </p:nvPicPr>
        <p:blipFill>
          <a:blip r:embed="rId2"/>
          <a:stretch/>
        </p:blipFill>
        <p:spPr>
          <a:xfrm>
            <a:off x="0" y="4704480"/>
            <a:ext cx="696240" cy="438480"/>
          </a:xfrm>
          <a:prstGeom prst="rect">
            <a:avLst/>
          </a:prstGeom>
          <a:noFill/>
          <a:ln w="0">
            <a:noFill/>
          </a:ln>
        </p:spPr>
      </p:pic>
      <p:sp>
        <p:nvSpPr>
          <p:cNvPr id="134"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35"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36" name="PlaceHolder 3"/>
          <p:cNvSpPr>
            <a:spLocks noGrp="1"/>
          </p:cNvSpPr>
          <p:nvPr>
            <p:ph type="body"/>
          </p:nvPr>
        </p:nvSpPr>
        <p:spPr>
          <a:xfrm>
            <a:off x="46764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37" name="PlaceHolder 4"/>
          <p:cNvSpPr>
            <a:spLocks noGrp="1"/>
          </p:cNvSpPr>
          <p:nvPr>
            <p:ph type="body"/>
          </p:nvPr>
        </p:nvSpPr>
        <p:spPr>
          <a:xfrm>
            <a:off x="1800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38" name="PlaceHolder 5"/>
          <p:cNvSpPr>
            <a:spLocks noGrp="1"/>
          </p:cNvSpPr>
          <p:nvPr>
            <p:ph type="ftr" idx="19"/>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39" name="PlaceHolder 6"/>
          <p:cNvSpPr>
            <a:spLocks noGrp="1"/>
          </p:cNvSpPr>
          <p:nvPr>
            <p:ph type="sldNum" idx="20"/>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EB14BD7F-481E-49C5-8BDF-DB9A64A7AD6B}"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0">
    <p:bg>
      <p:bgPr>
        <a:solidFill>
          <a:srgbClr val="FFFFFF"/>
        </a:solidFill>
      </p:bgPr>
    </p:bg>
    <p:spTree>
      <p:nvGrpSpPr>
        <p:cNvPr id="1" name=""/>
        <p:cNvGrpSpPr/>
        <p:nvPr/>
      </p:nvGrpSpPr>
      <p:grpSpPr>
        <a:xfrm>
          <a:off x="0" y="0"/>
          <a:ext cx="0" cy="0"/>
          <a:chOff x="0" y="0"/>
          <a:chExt cx="0" cy="0"/>
        </a:xfrm>
      </p:grpSpPr>
      <p:sp>
        <p:nvSpPr>
          <p:cNvPr id="140"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41"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42" name="Grafik 8"/>
          <p:cNvPicPr/>
          <p:nvPr/>
        </p:nvPicPr>
        <p:blipFill>
          <a:blip r:embed="rId2"/>
          <a:stretch/>
        </p:blipFill>
        <p:spPr>
          <a:xfrm>
            <a:off x="0" y="4704480"/>
            <a:ext cx="696240" cy="438480"/>
          </a:xfrm>
          <a:prstGeom prst="rect">
            <a:avLst/>
          </a:prstGeom>
          <a:noFill/>
          <a:ln w="0">
            <a:noFill/>
          </a:ln>
        </p:spPr>
      </p:pic>
      <p:sp>
        <p:nvSpPr>
          <p:cNvPr id="143"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44" name="PlaceHolder 2"/>
          <p:cNvSpPr>
            <a:spLocks noGrp="1"/>
          </p:cNvSpPr>
          <p:nvPr>
            <p:ph type="body"/>
          </p:nvPr>
        </p:nvSpPr>
        <p:spPr>
          <a:xfrm>
            <a:off x="180000" y="607680"/>
            <a:ext cx="4281480" cy="4049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45"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46" name="PlaceHolder 4"/>
          <p:cNvSpPr>
            <a:spLocks noGrp="1"/>
          </p:cNvSpPr>
          <p:nvPr>
            <p:ph type="body"/>
          </p:nvPr>
        </p:nvSpPr>
        <p:spPr>
          <a:xfrm>
            <a:off x="4676400" y="272304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47" name="PlaceHolder 5"/>
          <p:cNvSpPr>
            <a:spLocks noGrp="1"/>
          </p:cNvSpPr>
          <p:nvPr>
            <p:ph type="ftr" idx="21"/>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48" name="PlaceHolder 6"/>
          <p:cNvSpPr>
            <a:spLocks noGrp="1"/>
          </p:cNvSpPr>
          <p:nvPr>
            <p:ph type="sldNum" idx="22"/>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50B19D3B-D8DA-4206-A9D7-37D4F64ACFEF}"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1">
    <p:bg>
      <p:bgPr>
        <a:solidFill>
          <a:srgbClr val="FFFFFF"/>
        </a:solidFill>
      </p:bgPr>
    </p:bg>
    <p:spTree>
      <p:nvGrpSpPr>
        <p:cNvPr id="1" name=""/>
        <p:cNvGrpSpPr/>
        <p:nvPr/>
      </p:nvGrpSpPr>
      <p:grpSpPr>
        <a:xfrm>
          <a:off x="0" y="0"/>
          <a:ext cx="0" cy="0"/>
          <a:chOff x="0" y="0"/>
          <a:chExt cx="0" cy="0"/>
        </a:xfrm>
      </p:grpSpPr>
      <p:sp>
        <p:nvSpPr>
          <p:cNvPr id="149" name="Gerader Verbinder 9"/>
          <p:cNvSpPr/>
          <p:nvPr/>
        </p:nvSpPr>
        <p:spPr>
          <a:xfrm>
            <a:off x="8555040" y="4767480"/>
            <a:ext cx="360" cy="333720"/>
          </a:xfrm>
          <a:prstGeom prst="line">
            <a:avLst/>
          </a:prstGeom>
          <a:ln w="12700">
            <a:solidFill>
              <a:srgbClr val="A6A6A6"/>
            </a:solidFill>
          </a:ln>
        </p:spPr>
        <p:style>
          <a:lnRef idx="1">
            <a:schemeClr val="accent1"/>
          </a:lnRef>
          <a:fillRef idx="0">
            <a:schemeClr val="accent1"/>
          </a:fillRef>
          <a:effectRef idx="0">
            <a:schemeClr val="accent1"/>
          </a:effectRef>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50"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51" name="Grafik 8"/>
          <p:cNvPicPr/>
          <p:nvPr/>
        </p:nvPicPr>
        <p:blipFill>
          <a:blip r:embed="rId2"/>
          <a:stretch/>
        </p:blipFill>
        <p:spPr>
          <a:xfrm>
            <a:off x="0" y="4704480"/>
            <a:ext cx="696240" cy="438480"/>
          </a:xfrm>
          <a:prstGeom prst="rect">
            <a:avLst/>
          </a:prstGeom>
          <a:noFill/>
          <a:ln w="0">
            <a:noFill/>
          </a:ln>
        </p:spPr>
      </p:pic>
      <p:sp>
        <p:nvSpPr>
          <p:cNvPr id="152" name="PlaceHolder 1"/>
          <p:cNvSpPr>
            <a:spLocks noGrp="1"/>
          </p:cNvSpPr>
          <p:nvPr>
            <p:ph type="title"/>
          </p:nvPr>
        </p:nvSpPr>
        <p:spPr>
          <a:xfrm>
            <a:off x="180000" y="114480"/>
            <a:ext cx="8774640" cy="438480"/>
          </a:xfrm>
          <a:prstGeom prst="rect">
            <a:avLst/>
          </a:prstGeom>
          <a:noFill/>
          <a:ln w="0">
            <a:noFill/>
          </a:ln>
        </p:spPr>
        <p:txBody>
          <a:bodyPr lIns="0" tIns="0" rIns="0" bIns="0" anchor="ctr">
            <a:noAutofit/>
          </a:bodyPr>
          <a:lstStyle>
            <a:lvl1pPr indent="0" algn="l" defTabSz="914400">
              <a:lnSpc>
                <a:spcPct val="90000"/>
              </a:lnSpc>
              <a:buNone/>
              <a:defRPr lang="de-DE" sz="4400" b="0" u="none" strike="noStrike">
                <a:solidFill>
                  <a:schemeClr val="dk1"/>
                </a:solidFill>
                <a:effectLst/>
                <a:uFillTx/>
                <a:latin typeface="Arial"/>
              </a:defRPr>
            </a:lvl1pPr>
          </a:lstStyle>
          <a:p>
            <a:pPr indent="0" algn="l" defTabSz="914400">
              <a:lnSpc>
                <a:spcPct val="90000"/>
              </a:lnSpc>
              <a:buNone/>
            </a:pPr>
            <a:r>
              <a:rPr lang="de-DE" sz="4400" b="0" u="none" strike="noStrike">
                <a:solidFill>
                  <a:schemeClr val="dk1"/>
                </a:solidFill>
                <a:effectLst/>
                <a:uFillTx/>
                <a:latin typeface="Arial"/>
              </a:rPr>
              <a:t>Click to edit the title text format</a:t>
            </a:r>
            <a:endParaRPr lang="de-DE" sz="4400" b="0" u="none" strike="noStrike">
              <a:solidFill>
                <a:schemeClr val="dk1"/>
              </a:solidFill>
              <a:effectLst/>
              <a:uFillTx/>
              <a:latin typeface="Arial"/>
            </a:endParaRPr>
          </a:p>
        </p:txBody>
      </p:sp>
      <p:sp>
        <p:nvSpPr>
          <p:cNvPr id="153" name="PlaceHolder 2"/>
          <p:cNvSpPr>
            <a:spLocks noGrp="1"/>
          </p:cNvSpPr>
          <p:nvPr>
            <p:ph type="body"/>
          </p:nvPr>
        </p:nvSpPr>
        <p:spPr>
          <a:xfrm>
            <a:off x="1800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54" name="PlaceHolder 3"/>
          <p:cNvSpPr>
            <a:spLocks noGrp="1"/>
          </p:cNvSpPr>
          <p:nvPr>
            <p:ph type="body"/>
          </p:nvPr>
        </p:nvSpPr>
        <p:spPr>
          <a:xfrm>
            <a:off x="4676400" y="607680"/>
            <a:ext cx="4281480" cy="1931040"/>
          </a:xfrm>
          <a:prstGeom prst="rect">
            <a:avLst/>
          </a:prstGeom>
          <a:noFill/>
          <a:ln w="0">
            <a:noFill/>
          </a:ln>
        </p:spPr>
        <p:txBody>
          <a:bodyPr lIns="0" tIns="0" rIns="0" bIns="0" anchor="t">
            <a:normAutofit fontScale="85000"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55" name="PlaceHolder 4"/>
          <p:cNvSpPr>
            <a:spLocks noGrp="1"/>
          </p:cNvSpPr>
          <p:nvPr>
            <p:ph type="body"/>
          </p:nvPr>
        </p:nvSpPr>
        <p:spPr>
          <a:xfrm>
            <a:off x="180000" y="2723040"/>
            <a:ext cx="8774640" cy="1931040"/>
          </a:xfrm>
          <a:prstGeom prst="rect">
            <a:avLst/>
          </a:prstGeom>
          <a:noFill/>
          <a:ln w="0">
            <a:noFill/>
          </a:ln>
        </p:spPr>
        <p:txBody>
          <a:bodyPr lIns="0" tIns="0" rIns="0" bIns="0" anchor="t">
            <a:normAutofit lnSpcReduction="9999"/>
          </a:bodyPr>
          <a:lstStyle>
            <a:lvl1pPr algn="l" defTabSz="914400">
              <a:lnSpc>
                <a:spcPct val="90000"/>
              </a:lnSpc>
              <a:spcBef>
                <a:spcPts val="1001"/>
              </a:spcBef>
              <a:buClr>
                <a:srgbClr val="000000"/>
              </a:buClr>
              <a:buFont typeface="Arial"/>
              <a:buChar char="•"/>
              <a:defRPr lang="de-DE" sz="1800" b="0" u="none" strike="noStrike">
                <a:solidFill>
                  <a:schemeClr val="dk1"/>
                </a:solidFill>
                <a:effectLst/>
                <a:uFillTx/>
                <a:latin typeface="Arial"/>
              </a:defRPr>
            </a:lvl1pPr>
            <a:lvl2pPr lvl="1"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2pPr>
            <a:lvl3pPr lvl="2"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3pPr>
            <a:lvl4pPr lvl="3" algn="l" defTabSz="914400">
              <a:lnSpc>
                <a:spcPct val="90000"/>
              </a:lnSpc>
              <a:spcBef>
                <a:spcPts val="499"/>
              </a:spcBef>
              <a:buClr>
                <a:srgbClr val="000000"/>
              </a:buClr>
              <a:buSzPct val="75000"/>
              <a:buFont typeface="Symbol" charset="2"/>
              <a:buChar char=""/>
              <a:defRPr lang="de-DE" sz="1800" b="0" u="none" strike="noStrike">
                <a:solidFill>
                  <a:schemeClr val="dk1"/>
                </a:solidFill>
                <a:effectLst/>
                <a:uFillTx/>
                <a:latin typeface="Arial"/>
              </a:defRPr>
            </a:lvl4pPr>
            <a:lvl5pPr lvl="4" algn="l" defTabSz="914400">
              <a:lnSpc>
                <a:spcPct val="90000"/>
              </a:lnSpc>
              <a:spcBef>
                <a:spcPts val="499"/>
              </a:spcBef>
              <a:buClr>
                <a:srgbClr val="000000"/>
              </a:buClr>
              <a:buSzPct val="45000"/>
              <a:buFont typeface="Wingdings" charset="2"/>
              <a:buChar char=""/>
              <a:defRPr lang="de-DE"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de-DE" sz="1800" b="0" u="none" strike="noStrike">
                <a:solidFill>
                  <a:schemeClr val="dk1"/>
                </a:solidFill>
                <a:effectLst/>
                <a:uFillTx/>
                <a:latin typeface="Arial"/>
              </a:defRPr>
            </a:lvl7pPr>
          </a:lstStyle>
          <a:p>
            <a:pPr indent="-228600" algn="l" defTabSz="914400">
              <a:lnSpc>
                <a:spcPct val="90000"/>
              </a:lnSpc>
              <a:spcBef>
                <a:spcPts val="1001"/>
              </a:spcBef>
              <a:buClr>
                <a:srgbClr val="000000"/>
              </a:buClr>
              <a:buFont typeface="Arial"/>
              <a:buChar char="•"/>
            </a:pPr>
            <a:r>
              <a:rPr lang="de-DE" sz="1800" b="0" u="none" strike="noStrike">
                <a:solidFill>
                  <a:schemeClr val="dk1"/>
                </a:solidFill>
                <a:effectLst/>
                <a:uFillTx/>
                <a:latin typeface="Arial"/>
              </a:rPr>
              <a:t>Click to edit the outline text format</a:t>
            </a:r>
            <a:endParaRPr lang="de-DE" sz="1800" b="0" u="none" strike="noStrike">
              <a:solidFill>
                <a:schemeClr val="dk1"/>
              </a:solidFill>
              <a:effectLst/>
              <a:uFillTx/>
              <a:latin typeface="Arial"/>
            </a:endParaRPr>
          </a:p>
          <a:p>
            <a:pPr marL="457200" lvl="1" indent="-324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Second Outline Level</a:t>
            </a:r>
            <a:endParaRPr lang="de-DE" sz="1800" b="0" u="none" strike="noStrike">
              <a:solidFill>
                <a:schemeClr val="dk1"/>
              </a:solidFill>
              <a:effectLst/>
              <a:uFillTx/>
              <a:latin typeface="Arial"/>
            </a:endParaRPr>
          </a:p>
          <a:p>
            <a:pPr marL="914400" lvl="2" indent="-288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Third Outline Level</a:t>
            </a:r>
            <a:endParaRPr lang="de-DE" sz="1800" b="0" u="none" strike="noStrike">
              <a:solidFill>
                <a:schemeClr val="dk1"/>
              </a:solidFill>
              <a:effectLst/>
              <a:uFillTx/>
              <a:latin typeface="Arial"/>
            </a:endParaRPr>
          </a:p>
          <a:p>
            <a:pPr marL="1371600" lvl="3" indent="-216000" algn="l" defTabSz="914400">
              <a:lnSpc>
                <a:spcPct val="90000"/>
              </a:lnSpc>
              <a:spcBef>
                <a:spcPts val="499"/>
              </a:spcBef>
              <a:buClr>
                <a:srgbClr val="000000"/>
              </a:buClr>
              <a:buSzPct val="75000"/>
              <a:buFont typeface="Symbol" charset="2"/>
              <a:buChar char=""/>
            </a:pPr>
            <a:r>
              <a:rPr lang="de-DE" sz="1800" b="0" u="none" strike="noStrike">
                <a:solidFill>
                  <a:schemeClr val="dk1"/>
                </a:solidFill>
                <a:effectLst/>
                <a:uFillTx/>
                <a:latin typeface="Arial"/>
              </a:rPr>
              <a:t>Fourth Outline Level</a:t>
            </a:r>
            <a:endParaRPr lang="de-DE" sz="1800" b="0" u="none" strike="noStrike">
              <a:solidFill>
                <a:schemeClr val="dk1"/>
              </a:solidFill>
              <a:effectLst/>
              <a:uFillTx/>
              <a:latin typeface="Arial"/>
            </a:endParaRPr>
          </a:p>
          <a:p>
            <a:pPr marL="1828800" lvl="4" indent="-216000" algn="l" defTabSz="914400">
              <a:lnSpc>
                <a:spcPct val="90000"/>
              </a:lnSpc>
              <a:spcBef>
                <a:spcPts val="499"/>
              </a:spcBef>
              <a:buClr>
                <a:srgbClr val="000000"/>
              </a:buClr>
              <a:buSzPct val="45000"/>
              <a:buFont typeface="Wingdings" charset="2"/>
              <a:buChar char=""/>
            </a:pPr>
            <a:r>
              <a:rPr lang="de-DE" sz="1800" b="0" u="none" strike="noStrike">
                <a:solidFill>
                  <a:schemeClr val="dk1"/>
                </a:solidFill>
                <a:effectLst/>
                <a:uFillTx/>
                <a:latin typeface="Arial"/>
              </a:rPr>
              <a:t>Fifth Outline Level</a:t>
            </a:r>
            <a:endParaRPr lang="de-DE"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Sixth Outline Level</a:t>
            </a:r>
            <a:endParaRPr lang="de-DE"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de-DE" sz="1800" b="0" u="none" strike="noStrike">
                <a:solidFill>
                  <a:schemeClr val="dk1"/>
                </a:solidFill>
                <a:effectLst/>
                <a:uFillTx/>
                <a:latin typeface="Arial"/>
              </a:rPr>
              <a:t>Seventh Outline Level</a:t>
            </a:r>
            <a:endParaRPr lang="de-DE" sz="1800" b="0" u="none" strike="noStrike">
              <a:solidFill>
                <a:schemeClr val="dk1"/>
              </a:solidFill>
              <a:effectLst/>
              <a:uFillTx/>
              <a:latin typeface="Arial"/>
            </a:endParaRPr>
          </a:p>
        </p:txBody>
      </p:sp>
      <p:sp>
        <p:nvSpPr>
          <p:cNvPr id="156" name="PlaceHolder 5"/>
          <p:cNvSpPr>
            <a:spLocks noGrp="1"/>
          </p:cNvSpPr>
          <p:nvPr>
            <p:ph type="ftr" idx="23"/>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&lt;footer&gt;</a:t>
            </a:r>
            <a:endParaRPr lang="en-US" sz="750" b="0" u="none" strike="noStrike">
              <a:solidFill>
                <a:srgbClr val="000000"/>
              </a:solidFill>
              <a:effectLst/>
              <a:uFillTx/>
              <a:latin typeface="Times New Roman"/>
            </a:endParaRPr>
          </a:p>
        </p:txBody>
      </p:sp>
      <p:sp>
        <p:nvSpPr>
          <p:cNvPr id="157" name="PlaceHolder 6"/>
          <p:cNvSpPr>
            <a:spLocks noGrp="1"/>
          </p:cNvSpPr>
          <p:nvPr>
            <p:ph type="sldNum" idx="24"/>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9B839CDE-6F2D-4376-8A65-EB5A92D7D201}"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docs.arc42.org/section-4/" TargetMode="External"/><Relationship Id="rId2" Type="http://schemas.openxmlformats.org/officeDocument/2006/relationships/hyperlink" Target="https://biking.michael-simons.eu/docs/index.html#section-solution-strategy" TargetMode="External"/><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hyperlink" Target="https://docs.arc42.org/section-9/" TargetMode="External"/><Relationship Id="rId2" Type="http://schemas.openxmlformats.org/officeDocument/2006/relationships/hyperlink" Target="https://biking.michael-simons.eu/docs/index.html#section-design-decisions" TargetMode="External"/><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hyperlink" Target="https://docs.arc42.org/section-11/" TargetMode="External"/><Relationship Id="rId2" Type="http://schemas.openxmlformats.org/officeDocument/2006/relationships/hyperlink" Target="https://docs.arc42.org/examples/risk-htmlsc-1/" TargetMode="External"/><Relationship Id="rId3"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3058920" y="3582720"/>
            <a:ext cx="5215320" cy="531360"/>
          </a:xfrm>
          <a:prstGeom prst="rect">
            <a:avLst/>
          </a:prstGeom>
          <a:noFill/>
          <a:ln w="0">
            <a:noFill/>
          </a:ln>
        </p:spPr>
        <p:txBody>
          <a:bodyPr lIns="90000" tIns="45000" rIns="90000" bIns="45000" anchor="ctr">
            <a:normAutofit fontScale="92500" lnSpcReduction="9999"/>
          </a:bodyPr>
          <a:p>
            <a:pPr indent="0" algn="r" defTabSz="914400">
              <a:lnSpc>
                <a:spcPct val="90000"/>
              </a:lnSpc>
              <a:buNone/>
            </a:pPr>
            <a:r>
              <a:rPr lang="en-US" sz="2700" b="1" u="none" strike="noStrike">
                <a:solidFill>
                  <a:srgbClr val="72777A"/>
                </a:solidFill>
                <a:effectLst/>
                <a:uFillTx/>
                <a:latin typeface="Arial"/>
                <a:ea typeface="DejaVu Sans"/>
              </a:rPr>
              <a:t>Solutions, Decisions and Risks</a:t>
            </a:r>
            <a:endParaRPr lang="de-DE" sz="2700" b="0" u="none" strike="noStrike">
              <a:solidFill>
                <a:schemeClr val="dk1"/>
              </a:solidFill>
              <a:effectLst/>
              <a:uFillTx/>
              <a:latin typeface="Arial"/>
            </a:endParaRPr>
          </a:p>
        </p:txBody>
      </p:sp>
      <p:sp>
        <p:nvSpPr>
          <p:cNvPr id="159" name="PlaceHolder 2"/>
          <p:cNvSpPr>
            <a:spLocks noGrp="1"/>
          </p:cNvSpPr>
          <p:nvPr>
            <p:ph/>
          </p:nvPr>
        </p:nvSpPr>
        <p:spPr>
          <a:xfrm>
            <a:off x="3058920" y="4182120"/>
            <a:ext cx="5215320" cy="358920"/>
          </a:xfrm>
          <a:prstGeom prst="rect">
            <a:avLst/>
          </a:prstGeom>
          <a:noFill/>
          <a:ln w="0">
            <a:noFill/>
          </a:ln>
        </p:spPr>
        <p:txBody>
          <a:bodyPr lIns="90000" tIns="45000" rIns="90000" bIns="45000" anchor="t">
            <a:normAutofit lnSpcReduction="9999"/>
          </a:bodyPr>
          <a:p>
            <a:pPr indent="0" algn="r" defTabSz="914400">
              <a:lnSpc>
                <a:spcPct val="90000"/>
              </a:lnSpc>
              <a:spcBef>
                <a:spcPts val="374"/>
              </a:spcBef>
              <a:spcAft>
                <a:spcPts val="374"/>
              </a:spcAft>
              <a:buNone/>
              <a:tabLst>
                <a:tab pos="0" algn="l"/>
              </a:tabLst>
            </a:pPr>
            <a:r>
              <a:rPr lang="en-US" sz="2100" b="0" u="none" strike="noStrike">
                <a:solidFill>
                  <a:srgbClr val="72777A"/>
                </a:solidFill>
                <a:effectLst/>
                <a:uFillTx/>
                <a:latin typeface="Arial"/>
                <a:ea typeface="DejaVu Sans"/>
              </a:rPr>
              <a:t>Software Architecture</a:t>
            </a:r>
            <a:endParaRPr lang="de-DE" sz="21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80000" y="114480"/>
            <a:ext cx="8774640" cy="438480"/>
          </a:xfrm>
          <a:prstGeom prst="rect">
            <a:avLst/>
          </a:prstGeom>
          <a:noFill/>
          <a:ln w="0">
            <a:noFill/>
          </a:ln>
        </p:spPr>
        <p:txBody>
          <a:bodyPr lIns="90000" tIns="45000" rIns="90000" bIns="45000" anchor="t">
            <a:normAutofit lnSpcReduction="9999"/>
          </a:bodyPr>
          <a:p>
            <a:pPr indent="0" algn="l" defTabSz="914400">
              <a:lnSpc>
                <a:spcPct val="90000"/>
              </a:lnSpc>
              <a:buNone/>
            </a:pPr>
            <a:r>
              <a:rPr lang="en-US" sz="2700" b="1" u="none" strike="noStrike">
                <a:solidFill>
                  <a:srgbClr val="000000"/>
                </a:solidFill>
                <a:effectLst/>
                <a:uFillTx/>
                <a:latin typeface="Arial"/>
                <a:ea typeface="DejaVu Sans"/>
              </a:rPr>
              <a:t>Solution Strategy</a:t>
            </a:r>
            <a:endParaRPr lang="de-DE" sz="2700" b="0" u="none" strike="noStrike">
              <a:solidFill>
                <a:schemeClr val="dk1"/>
              </a:solidFill>
              <a:effectLst/>
              <a:uFillTx/>
              <a:latin typeface="Arial"/>
            </a:endParaRPr>
          </a:p>
        </p:txBody>
      </p:sp>
      <p:sp>
        <p:nvSpPr>
          <p:cNvPr id="161" name="PlaceHolder 2"/>
          <p:cNvSpPr>
            <a:spLocks noGrp="1"/>
          </p:cNvSpPr>
          <p:nvPr>
            <p:ph type="ftr" idx="25"/>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Software Architecture</a:t>
            </a:r>
            <a:endParaRPr lang="en-US" sz="750" b="0" u="none" strike="noStrike">
              <a:solidFill>
                <a:srgbClr val="000000"/>
              </a:solidFill>
              <a:effectLst/>
              <a:uFillTx/>
              <a:latin typeface="Times New Roman"/>
            </a:endParaRPr>
          </a:p>
        </p:txBody>
      </p:sp>
      <p:sp>
        <p:nvSpPr>
          <p:cNvPr id="162" name="PlaceHolder 3"/>
          <p:cNvSpPr>
            <a:spLocks noGrp="1"/>
          </p:cNvSpPr>
          <p:nvPr>
            <p:ph type="sldNum" idx="26"/>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B0C81E32-C44F-4937-95F5-4579FF51EF77}"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
        <p:nvSpPr>
          <p:cNvPr id="163" name="Textplatzhalter 6"/>
          <p:cNvSpPr/>
          <p:nvPr/>
        </p:nvSpPr>
        <p:spPr>
          <a:xfrm>
            <a:off x="180000" y="3495240"/>
            <a:ext cx="8774640" cy="2511720"/>
          </a:xfrm>
          <a:prstGeom prst="rect">
            <a:avLst/>
          </a:prstGeom>
          <a:noFill/>
          <a:ln w="0">
            <a:noFill/>
          </a:ln>
        </p:spPr>
        <p:style>
          <a:lnRef idx="0"/>
          <a:fillRef idx="0"/>
          <a:effectRef idx="0"/>
          <a:fontRef idx="minor"/>
        </p:style>
        <p:txBody>
          <a:bodyPr lIns="90000" tIns="45000" rIns="90000" bIns="45000" anchor="t">
            <a:normAutofit/>
          </a:bodyPr>
          <a:p>
            <a:pPr defTabSz="914400">
              <a:lnSpc>
                <a:spcPct val="90000"/>
              </a:lnSpc>
              <a:spcBef>
                <a:spcPts val="374"/>
              </a:spcBef>
              <a:spcAft>
                <a:spcPts val="374"/>
              </a:spcAft>
              <a:tabLst>
                <a:tab pos="0" algn="l"/>
              </a:tabLst>
            </a:pPr>
            <a:r>
              <a:rPr lang="en-US" sz="1200" b="0" i="1" u="none" strike="noStrike">
                <a:solidFill>
                  <a:srgbClr val="72777A"/>
                </a:solidFill>
                <a:effectLst/>
                <a:uFillTx/>
                <a:latin typeface="Arial"/>
                <a:ea typeface="DejaVu Sans"/>
              </a:rPr>
              <a:t>These decisions form the cornerstones for your architecture. They are the basis for many other detailed decisions or implementation rules.</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Define three goals/requirements and their architectural approach. The first approach must be the decision between a Monolith, Service-Oriented Architecture or Microservice approach.</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Help: </a:t>
            </a:r>
            <a:r>
              <a:rPr lang="en-US" sz="1200" b="0" u="sng" strike="noStrike">
                <a:solidFill>
                  <a:srgbClr val="00649C"/>
                </a:solidFill>
                <a:effectLst/>
                <a:uFillTx/>
                <a:latin typeface="Arial"/>
                <a:ea typeface="DejaVu Sans"/>
                <a:hlinkClick r:id="rId1"/>
              </a:rPr>
              <a:t>https://docs.arc42.org/section-4/</a:t>
            </a:r>
            <a:r>
              <a:rPr lang="en-US" sz="1200" b="0" u="sng" strike="noStrike">
                <a:solidFill>
                  <a:srgbClr val="00649C"/>
                </a:solidFill>
                <a:effectLst/>
                <a:uFillTx/>
                <a:latin typeface="Arial"/>
                <a:ea typeface="DejaVu Sans"/>
              </a:rPr>
              <a:t>&lt;</a:t>
            </a:r>
            <a:r>
              <a:rPr lang="en-US" sz="1200" b="0" u="none" strike="noStrike">
                <a:solidFill>
                  <a:srgbClr val="72777A"/>
                </a:solidFill>
                <a:effectLst/>
                <a:uFillTx/>
                <a:latin typeface="Arial"/>
                <a:ea typeface="DejaVu Sans"/>
              </a:rPr>
              <a:t> &amp; </a:t>
            </a:r>
            <a:r>
              <a:rPr lang="en-US" sz="1200" b="0" u="sng" strike="noStrike">
                <a:solidFill>
                  <a:srgbClr val="00649C"/>
                </a:solidFill>
                <a:effectLst/>
                <a:uFillTx/>
                <a:latin typeface="Arial"/>
                <a:ea typeface="DejaVu Sans"/>
                <a:hlinkClick r:id="rId2"/>
              </a:rPr>
              <a:t>https://biking.michael-simons.eu/docs/index.html#section-solution-strategy</a:t>
            </a:r>
            <a:r>
              <a:rPr lang="en-US" sz="1200" b="0" u="none" strike="noStrike">
                <a:solidFill>
                  <a:srgbClr val="72777A"/>
                </a:solidFill>
                <a:effectLst/>
                <a:uFillTx/>
                <a:latin typeface="Arial"/>
                <a:ea typeface="DejaVu Sans"/>
              </a:rPr>
              <a:t> </a:t>
            </a:r>
            <a:endParaRPr lang="en-US" sz="1200" b="0" u="none" strike="noStrike">
              <a:solidFill>
                <a:srgbClr val="000000"/>
              </a:solidFill>
              <a:effectLst/>
              <a:uFillTx/>
              <a:latin typeface="Arial"/>
            </a:endParaRPr>
          </a:p>
        </p:txBody>
      </p:sp>
      <p:graphicFrame>
        <p:nvGraphicFramePr>
          <p:cNvPr id="164" name="Table 7"/>
          <p:cNvGraphicFramePr/>
          <p:nvPr/>
        </p:nvGraphicFramePr>
        <p:xfrm>
          <a:off x="180000" y="607680"/>
          <a:ext cx="8774640" cy="1971720"/>
        </p:xfrm>
        <a:graphic>
          <a:graphicData uri="http://schemas.openxmlformats.org/drawingml/2006/table">
            <a:tbl>
              <a:tblPr/>
              <a:tblGrid>
                <a:gridCol w="2328120"/>
                <a:gridCol w="6446880"/>
              </a:tblGrid>
              <a:tr h="370800">
                <a:tc>
                  <a:txBody>
                    <a:bodyPr anchor="t">
                      <a:noAutofit/>
                    </a:bodyPr>
                    <a:p>
                      <a:pPr defTabSz="914400">
                        <a:lnSpc>
                          <a:spcPct val="100000"/>
                        </a:lnSpc>
                      </a:pPr>
                      <a:r>
                        <a:rPr lang="en-US" sz="1350" b="1" u="none" strike="noStrike">
                          <a:solidFill>
                            <a:srgbClr val="FFFFFF"/>
                          </a:solidFill>
                          <a:effectLst/>
                          <a:uFillTx/>
                          <a:latin typeface="Arial"/>
                          <a:ea typeface="DejaVu Sans"/>
                        </a:rPr>
                        <a:t>Goal/Requirements</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c>
                  <a:txBody>
                    <a:bodyPr anchor="t">
                      <a:noAutofit/>
                    </a:bodyPr>
                    <a:p>
                      <a:pPr defTabSz="914400">
                        <a:lnSpc>
                          <a:spcPct val="100000"/>
                        </a:lnSpc>
                      </a:pPr>
                      <a:r>
                        <a:rPr lang="en-US" sz="1350" b="1" u="none" strike="noStrike">
                          <a:solidFill>
                            <a:srgbClr val="FFFFFF"/>
                          </a:solidFill>
                          <a:effectLst/>
                          <a:uFillTx/>
                          <a:latin typeface="Arial"/>
                          <a:ea typeface="DejaVu Sans"/>
                        </a:rPr>
                        <a:t>Architectural Approach</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r>
              <a:tr h="370800">
                <a:tc>
                  <a:txBody>
                    <a:bodyPr anchor="t">
                      <a:noAutofit/>
                    </a:bodyPr>
                    <a:p>
                      <a:pPr defTabSz="914400">
                        <a:lnSpc>
                          <a:spcPct val="100000"/>
                        </a:lnSpc>
                      </a:pPr>
                      <a:r>
                        <a:rPr lang="de-DE" sz="1800" b="0" u="none" strike="noStrike">
                          <a:solidFill>
                            <a:schemeClr val="dk1"/>
                          </a:solidFill>
                          <a:effectLst/>
                          <a:uFillTx/>
                          <a:latin typeface="Arial"/>
                          <a:ea typeface="DejaVu Sans"/>
                        </a:rPr>
                        <a:t>Quick Go-To-Market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US" sz="1350" b="0" u="none" strike="noStrike">
                          <a:solidFill>
                            <a:srgbClr val="000000"/>
                          </a:solidFill>
                          <a:effectLst/>
                          <a:uFillTx/>
                          <a:latin typeface="Arial"/>
                          <a:ea typeface="DejaVu Sans"/>
                        </a:rPr>
                        <a:t>Monolithical architecture for quick and simple implementation. Reliable architecture as a starting point with a small team.</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r>
              <a:tr h="370800">
                <a:tc>
                  <a:txBody>
                    <a:bodyPr anchor="t">
                      <a:noAutofit/>
                    </a:bodyPr>
                    <a:p>
                      <a:pPr defTabSz="914400">
                        <a:lnSpc>
                          <a:spcPct val="100000"/>
                        </a:lnSpc>
                      </a:pPr>
                      <a:r>
                        <a:rPr lang="de-DE" sz="1800" b="0" u="none" strike="noStrike">
                          <a:solidFill>
                            <a:schemeClr val="dk1"/>
                          </a:solidFill>
                          <a:effectLst/>
                          <a:uFillTx/>
                          <a:latin typeface="Arial"/>
                          <a:ea typeface="DejaVu Sans"/>
                        </a:rPr>
                        <a:t>Familiarity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c>
                  <a:txBody>
                    <a:bodyPr anchor="t">
                      <a:noAutofit/>
                    </a:bodyPr>
                    <a:p>
                      <a:pPr defTabSz="914400">
                        <a:lnSpc>
                          <a:spcPct val="100000"/>
                        </a:lnSpc>
                      </a:pPr>
                      <a:r>
                        <a:rPr lang="en-US" sz="1300" b="0" u="none" strike="noStrike">
                          <a:solidFill>
                            <a:schemeClr val="dk1"/>
                          </a:solidFill>
                          <a:effectLst/>
                          <a:uFillTx/>
                          <a:latin typeface="Arial"/>
                          <a:ea typeface="DejaVu Sans"/>
                        </a:rPr>
                        <a:t>Java for enterprise solution, Python for testing, MySQL for independent DB, REST Server for communication between services</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r>
              <a:tr h="370800">
                <a:tc>
                  <a:txBody>
                    <a:bodyPr anchor="t">
                      <a:noAutofit/>
                    </a:bodyPr>
                    <a:p>
                      <a:pPr defTabSz="914400">
                        <a:lnSpc>
                          <a:spcPct val="100000"/>
                        </a:lnSpc>
                      </a:pPr>
                      <a:r>
                        <a:rPr lang="en-ZA" sz="1800" b="0" u="none" strike="noStrike">
                          <a:solidFill>
                            <a:schemeClr val="dk1"/>
                          </a:solidFill>
                          <a:effectLst/>
                          <a:uFillTx/>
                          <a:latin typeface="Arial"/>
                          <a:ea typeface="DejaVu Sans"/>
                        </a:rPr>
                        <a:t>Scalability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US" sz="1300" b="0" u="none" strike="noStrike">
                          <a:solidFill>
                            <a:schemeClr val="dk1"/>
                          </a:solidFill>
                          <a:effectLst/>
                          <a:uFillTx/>
                          <a:latin typeface="Arial"/>
                          <a:ea typeface="DejaVu Sans"/>
                        </a:rPr>
                        <a:t>Using cloud services provides a pay-per-use model and gives us unlimited scalability</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r>
              <a:tr h="370800">
                <a:tc>
                  <a:txBody>
                    <a:bodyPr anchor="t">
                      <a:noAutofit/>
                    </a:bodyPr>
                    <a:p>
                      <a:pPr defTabSz="914400">
                        <a:lnSpc>
                          <a:spcPct val="100000"/>
                        </a:lnSpc>
                      </a:pPr>
                      <a:r>
                        <a:rPr lang="en-BZ" sz="1800" b="0" u="none" strike="noStrike">
                          <a:solidFill>
                            <a:schemeClr val="dk1"/>
                          </a:solidFill>
                          <a:effectLst/>
                          <a:uFillTx/>
                          <a:latin typeface="Arial"/>
                          <a:ea typeface="DejaVu Sans"/>
                        </a:rPr>
                        <a:t>Reliability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US" sz="1300" b="0" u="none" strike="noStrike">
                          <a:solidFill>
                            <a:schemeClr val="dk1"/>
                          </a:solidFill>
                          <a:effectLst/>
                          <a:uFillTx/>
                          <a:latin typeface="Arial"/>
                          <a:ea typeface="DejaVu Sans"/>
                        </a:rPr>
                        <a:t>Reliability is guaranteed through extensive unit tests, regular stakeholder reviews and  penetration tests to ensure security.</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r>
            </a:tbl>
          </a:graphicData>
        </a:graphic>
      </p:graphicFrame>
      <p:sp>
        <p:nvSpPr>
          <p:cNvPr id="165" name="Textfeld 1"/>
          <p:cNvSpPr/>
          <p:nvPr/>
        </p:nvSpPr>
        <p:spPr>
          <a:xfrm>
            <a:off x="432360" y="2828880"/>
            <a:ext cx="6670800" cy="364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180000" y="114480"/>
            <a:ext cx="8774640" cy="438480"/>
          </a:xfrm>
          <a:prstGeom prst="rect">
            <a:avLst/>
          </a:prstGeom>
          <a:noFill/>
          <a:ln w="0">
            <a:noFill/>
          </a:ln>
        </p:spPr>
        <p:txBody>
          <a:bodyPr lIns="90000" tIns="45000" rIns="90000" bIns="45000" anchor="t">
            <a:normAutofit lnSpcReduction="9999"/>
          </a:bodyPr>
          <a:p>
            <a:pPr indent="0" algn="l" defTabSz="914400">
              <a:lnSpc>
                <a:spcPct val="90000"/>
              </a:lnSpc>
              <a:buNone/>
            </a:pPr>
            <a:r>
              <a:rPr lang="en-US" sz="2700" b="1" u="none" strike="noStrike">
                <a:solidFill>
                  <a:srgbClr val="000000"/>
                </a:solidFill>
                <a:effectLst/>
                <a:uFillTx/>
                <a:latin typeface="Arial"/>
                <a:ea typeface="DejaVu Sans"/>
              </a:rPr>
              <a:t>Architecture Decisions</a:t>
            </a:r>
            <a:endParaRPr lang="de-DE" sz="2700" b="0" u="none" strike="noStrike">
              <a:solidFill>
                <a:schemeClr val="dk1"/>
              </a:solidFill>
              <a:effectLst/>
              <a:uFillTx/>
              <a:latin typeface="Arial"/>
            </a:endParaRPr>
          </a:p>
        </p:txBody>
      </p:sp>
      <p:sp>
        <p:nvSpPr>
          <p:cNvPr id="167" name="PlaceHolder 2"/>
          <p:cNvSpPr>
            <a:spLocks noGrp="1"/>
          </p:cNvSpPr>
          <p:nvPr>
            <p:ph type="ftr" idx="27"/>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Software Architecture</a:t>
            </a:r>
            <a:endParaRPr lang="en-US" sz="750" b="0" u="none" strike="noStrike">
              <a:solidFill>
                <a:srgbClr val="000000"/>
              </a:solidFill>
              <a:effectLst/>
              <a:uFillTx/>
              <a:latin typeface="Times New Roman"/>
            </a:endParaRPr>
          </a:p>
        </p:txBody>
      </p:sp>
      <p:sp>
        <p:nvSpPr>
          <p:cNvPr id="168" name="PlaceHolder 3"/>
          <p:cNvSpPr>
            <a:spLocks noGrp="1"/>
          </p:cNvSpPr>
          <p:nvPr>
            <p:ph type="sldNum" idx="28"/>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8A748C29-D2BD-4A96-B815-79F3104D721E}"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
        <p:nvSpPr>
          <p:cNvPr id="169" name="Textplatzhalter 6"/>
          <p:cNvSpPr/>
          <p:nvPr/>
        </p:nvSpPr>
        <p:spPr>
          <a:xfrm>
            <a:off x="180000" y="3512520"/>
            <a:ext cx="8774640" cy="2511720"/>
          </a:xfrm>
          <a:prstGeom prst="rect">
            <a:avLst/>
          </a:prstGeom>
          <a:noFill/>
          <a:ln w="0">
            <a:noFill/>
          </a:ln>
        </p:spPr>
        <p:style>
          <a:lnRef idx="0"/>
          <a:fillRef idx="0"/>
          <a:effectRef idx="0"/>
          <a:fontRef idx="minor"/>
        </p:style>
        <p:txBody>
          <a:bodyPr lIns="90000" tIns="45000" rIns="90000" bIns="45000" anchor="t">
            <a:normAutofit/>
          </a:bodyPr>
          <a:p>
            <a:pPr defTabSz="914400">
              <a:lnSpc>
                <a:spcPct val="90000"/>
              </a:lnSpc>
              <a:spcBef>
                <a:spcPts val="374"/>
              </a:spcBef>
              <a:spcAft>
                <a:spcPts val="374"/>
              </a:spcAft>
              <a:tabLst>
                <a:tab pos="0" algn="l"/>
              </a:tabLst>
            </a:pPr>
            <a:r>
              <a:rPr lang="en-US" sz="1200" b="0" i="1" u="none" strike="noStrike">
                <a:solidFill>
                  <a:srgbClr val="72777A"/>
                </a:solidFill>
                <a:effectLst/>
                <a:uFillTx/>
                <a:latin typeface="Arial"/>
                <a:ea typeface="DejaVu Sans"/>
              </a:rPr>
              <a:t>Stakeholders of your system should be able to comprehend and retrace your decisions.</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Define three important, expensive, large scale or risky architecture decisions including rationales. With “decisions” we mean selecting one alternative based on given criteria.</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Help: </a:t>
            </a:r>
            <a:r>
              <a:rPr lang="en-US" sz="1200" b="0" u="sng" strike="noStrike">
                <a:solidFill>
                  <a:srgbClr val="00649C"/>
                </a:solidFill>
                <a:effectLst/>
                <a:uFillTx/>
                <a:latin typeface="Arial"/>
                <a:ea typeface="DejaVu Sans"/>
                <a:hlinkClick r:id="rId1"/>
              </a:rPr>
              <a:t>https://docs.arc42.org/section-9/</a:t>
            </a:r>
            <a:r>
              <a:rPr lang="en-US" sz="1200" b="0" u="none" strike="noStrike">
                <a:solidFill>
                  <a:srgbClr val="72777A"/>
                </a:solidFill>
                <a:effectLst/>
                <a:uFillTx/>
                <a:latin typeface="Arial"/>
                <a:ea typeface="DejaVu Sans"/>
              </a:rPr>
              <a:t> &amp; </a:t>
            </a:r>
            <a:r>
              <a:rPr lang="en-US" sz="1200" b="0" u="sng" strike="noStrike">
                <a:solidFill>
                  <a:srgbClr val="00649C"/>
                </a:solidFill>
                <a:effectLst/>
                <a:uFillTx/>
                <a:latin typeface="Arial"/>
                <a:ea typeface="DejaVu Sans"/>
                <a:hlinkClick r:id="rId2"/>
              </a:rPr>
              <a:t>https://biking.michael-simons.eu/docs/index.html#section-design-decisions</a:t>
            </a:r>
            <a:r>
              <a:rPr lang="en-US" sz="1200" b="0" u="none" strike="noStrike">
                <a:solidFill>
                  <a:srgbClr val="72777A"/>
                </a:solidFill>
                <a:effectLst/>
                <a:uFillTx/>
                <a:latin typeface="Arial"/>
                <a:ea typeface="DejaVu Sans"/>
              </a:rPr>
              <a:t> </a:t>
            </a:r>
            <a:endParaRPr lang="en-US" sz="1200" b="0" u="none" strike="noStrike">
              <a:solidFill>
                <a:srgbClr val="000000"/>
              </a:solidFill>
              <a:effectLst/>
              <a:uFillTx/>
              <a:latin typeface="Arial"/>
            </a:endParaRPr>
          </a:p>
        </p:txBody>
      </p:sp>
      <p:graphicFrame>
        <p:nvGraphicFramePr>
          <p:cNvPr id="170" name="Table 7"/>
          <p:cNvGraphicFramePr/>
          <p:nvPr/>
        </p:nvGraphicFramePr>
        <p:xfrm>
          <a:off x="180000" y="607680"/>
          <a:ext cx="8774640" cy="3115080"/>
        </p:xfrm>
        <a:graphic>
          <a:graphicData uri="http://schemas.openxmlformats.org/drawingml/2006/table">
            <a:tbl>
              <a:tblPr/>
              <a:tblGrid>
                <a:gridCol w="2455200"/>
                <a:gridCol w="2914560"/>
                <a:gridCol w="3404880"/>
              </a:tblGrid>
              <a:tr h="370800">
                <a:tc>
                  <a:txBody>
                    <a:bodyPr anchor="t">
                      <a:noAutofit/>
                    </a:bodyPr>
                    <a:p>
                      <a:pPr defTabSz="914400">
                        <a:lnSpc>
                          <a:spcPct val="100000"/>
                        </a:lnSpc>
                      </a:pPr>
                      <a:r>
                        <a:rPr lang="en-US" sz="1350" b="1" u="none" strike="noStrike">
                          <a:solidFill>
                            <a:srgbClr val="FFFFFF"/>
                          </a:solidFill>
                          <a:effectLst/>
                          <a:uFillTx/>
                          <a:latin typeface="Arial"/>
                          <a:ea typeface="DejaVu Sans"/>
                        </a:rPr>
                        <a:t>Problem</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c>
                  <a:txBody>
                    <a:bodyPr anchor="t">
                      <a:noAutofit/>
                    </a:bodyPr>
                    <a:p>
                      <a:pPr defTabSz="914400">
                        <a:lnSpc>
                          <a:spcPct val="100000"/>
                        </a:lnSpc>
                      </a:pPr>
                      <a:r>
                        <a:rPr lang="en-US" sz="1350" b="1" u="none" strike="noStrike">
                          <a:solidFill>
                            <a:srgbClr val="FFFFFF"/>
                          </a:solidFill>
                          <a:effectLst/>
                          <a:uFillTx/>
                          <a:latin typeface="Arial"/>
                          <a:ea typeface="DejaVu Sans"/>
                        </a:rPr>
                        <a:t>Considered Alternatives</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c>
                  <a:txBody>
                    <a:bodyPr anchor="t">
                      <a:noAutofit/>
                    </a:bodyPr>
                    <a:p>
                      <a:pPr defTabSz="914400">
                        <a:lnSpc>
                          <a:spcPct val="100000"/>
                        </a:lnSpc>
                      </a:pPr>
                      <a:r>
                        <a:rPr lang="en-US" sz="1350" b="1" u="none" strike="noStrike">
                          <a:solidFill>
                            <a:srgbClr val="FFFFFF"/>
                          </a:solidFill>
                          <a:effectLst/>
                          <a:uFillTx/>
                          <a:latin typeface="Arial"/>
                          <a:ea typeface="DejaVu Sans"/>
                        </a:rPr>
                        <a:t>Decision</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r>
              <a:tr h="370800">
                <a:tc>
                  <a:txBody>
                    <a:bodyPr anchor="t">
                      <a:noAutofit/>
                    </a:bodyPr>
                    <a:p>
                      <a:pPr defTabSz="914400">
                        <a:lnSpc>
                          <a:spcPct val="100000"/>
                        </a:lnSpc>
                      </a:pPr>
                      <a:r>
                        <a:rPr lang="en-CA" sz="1800" b="0" u="none" strike="noStrike">
                          <a:solidFill>
                            <a:schemeClr val="dk1"/>
                          </a:solidFill>
                          <a:effectLst/>
                          <a:uFillTx/>
                          <a:latin typeface="Arial"/>
                          <a:ea typeface="DejaVu Sans"/>
                        </a:rPr>
                        <a:t>Cost of cloud explodes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On prem</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Cloud – no upfront payment, easy to scale, only cost of usage </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r>
              <a:tr h="370800">
                <a:tc>
                  <a:txBody>
                    <a:bodyPr anchor="t">
                      <a:noAutofit/>
                    </a:bodyPr>
                    <a:p>
                      <a:pPr defTabSz="914400">
                        <a:lnSpc>
                          <a:spcPct val="100000"/>
                        </a:lnSpc>
                      </a:pPr>
                      <a:r>
                        <a:rPr lang="en-CA" sz="1800" b="0" u="none" strike="noStrike">
                          <a:solidFill>
                            <a:schemeClr val="dk1"/>
                          </a:solidFill>
                          <a:effectLst/>
                          <a:uFillTx/>
                          <a:latin typeface="Arial"/>
                          <a:ea typeface="DejaVu Sans"/>
                        </a:rPr>
                        <a:t>Monolith becomes to complex</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Microservices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Monolith – easy to get going, deploy and change quickly, suitable for small teams/startup</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r>
              <a:tr h="370800">
                <a:tc>
                  <a:txBody>
                    <a:bodyPr anchor="t">
                      <a:noAutofit/>
                    </a:bodyPr>
                    <a:p>
                      <a:pPr defTabSz="914400">
                        <a:lnSpc>
                          <a:spcPct val="100000"/>
                        </a:lnSpc>
                      </a:pPr>
                      <a:r>
                        <a:rPr lang="en-CA" sz="1800" b="0" u="none" strike="noStrike">
                          <a:solidFill>
                            <a:schemeClr val="dk1"/>
                          </a:solidFill>
                          <a:effectLst/>
                          <a:uFillTx/>
                          <a:latin typeface="Arial"/>
                          <a:ea typeface="DejaVu Sans"/>
                        </a:rPr>
                        <a:t>Missing database support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Microsoft SQL-Server</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CA" sz="1800" b="0" u="none" strike="noStrike">
                          <a:solidFill>
                            <a:schemeClr val="dk1"/>
                          </a:solidFill>
                          <a:effectLst/>
                          <a:uFillTx/>
                          <a:latin typeface="Arial"/>
                          <a:ea typeface="DejaVu Sans"/>
                        </a:rPr>
                        <a:t>MySQL – no upfront payment, independency from big corporation (MS)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80000" y="114480"/>
            <a:ext cx="8774640" cy="438480"/>
          </a:xfrm>
          <a:prstGeom prst="rect">
            <a:avLst/>
          </a:prstGeom>
          <a:noFill/>
          <a:ln w="0">
            <a:noFill/>
          </a:ln>
        </p:spPr>
        <p:txBody>
          <a:bodyPr lIns="90000" tIns="45000" rIns="90000" bIns="45000" anchor="t">
            <a:normAutofit lnSpcReduction="9999"/>
          </a:bodyPr>
          <a:p>
            <a:pPr indent="0" algn="l" defTabSz="914400">
              <a:lnSpc>
                <a:spcPct val="90000"/>
              </a:lnSpc>
              <a:buNone/>
            </a:pPr>
            <a:r>
              <a:rPr lang="en-US" sz="2700" b="1" u="none" strike="noStrike">
                <a:solidFill>
                  <a:srgbClr val="000000"/>
                </a:solidFill>
                <a:effectLst/>
                <a:uFillTx/>
                <a:latin typeface="Arial"/>
                <a:ea typeface="DejaVu Sans"/>
              </a:rPr>
              <a:t>Risks and Technical Debt</a:t>
            </a:r>
            <a:endParaRPr lang="de-DE" sz="2700" b="0" u="none" strike="noStrike">
              <a:solidFill>
                <a:schemeClr val="dk1"/>
              </a:solidFill>
              <a:effectLst/>
              <a:uFillTx/>
              <a:latin typeface="Arial"/>
            </a:endParaRPr>
          </a:p>
        </p:txBody>
      </p:sp>
      <p:sp>
        <p:nvSpPr>
          <p:cNvPr id="172" name="PlaceHolder 2"/>
          <p:cNvSpPr>
            <a:spLocks noGrp="1"/>
          </p:cNvSpPr>
          <p:nvPr>
            <p:ph type="ftr" idx="29"/>
          </p:nvPr>
        </p:nvSpPr>
        <p:spPr>
          <a:xfrm>
            <a:off x="2793240" y="4812480"/>
            <a:ext cx="5673600" cy="273240"/>
          </a:xfrm>
          <a:prstGeom prst="rect">
            <a:avLst/>
          </a:prstGeom>
          <a:noFill/>
          <a:ln w="0">
            <a:noFill/>
          </a:ln>
        </p:spPr>
        <p:txBody>
          <a:bodyPr lIns="90000" tIns="45000" rIns="90000" bIns="45000" anchor="ctr">
            <a:noAutofit/>
          </a:bodyPr>
          <a:lstStyle>
            <a:lvl1pPr indent="0" algn="r" defTabSz="914400">
              <a:lnSpc>
                <a:spcPct val="100000"/>
              </a:lnSpc>
              <a:buNone/>
              <a:defRPr lang="en-GB" sz="750" b="0" u="none" strike="noStrike">
                <a:solidFill>
                  <a:srgbClr val="000000"/>
                </a:solidFill>
                <a:effectLst/>
                <a:uFillTx/>
                <a:latin typeface="Arial"/>
                <a:ea typeface="DejaVu Sans"/>
              </a:defRPr>
            </a:lvl1pPr>
          </a:lstStyle>
          <a:p>
            <a:pPr indent="0" algn="r" defTabSz="914400">
              <a:lnSpc>
                <a:spcPct val="100000"/>
              </a:lnSpc>
              <a:buNone/>
            </a:pPr>
            <a:r>
              <a:rPr lang="en-GB" sz="750" b="0" u="none" strike="noStrike">
                <a:solidFill>
                  <a:srgbClr val="000000"/>
                </a:solidFill>
                <a:effectLst/>
                <a:uFillTx/>
                <a:latin typeface="Arial"/>
                <a:ea typeface="DejaVu Sans"/>
              </a:rPr>
              <a:t>Software Architecture</a:t>
            </a:r>
            <a:endParaRPr lang="en-US" sz="750" b="0" u="none" strike="noStrike">
              <a:solidFill>
                <a:srgbClr val="000000"/>
              </a:solidFill>
              <a:effectLst/>
              <a:uFillTx/>
              <a:latin typeface="Times New Roman"/>
            </a:endParaRPr>
          </a:p>
        </p:txBody>
      </p:sp>
      <p:sp>
        <p:nvSpPr>
          <p:cNvPr id="173" name="PlaceHolder 3"/>
          <p:cNvSpPr>
            <a:spLocks noGrp="1"/>
          </p:cNvSpPr>
          <p:nvPr>
            <p:ph type="sldNum" idx="30"/>
          </p:nvPr>
        </p:nvSpPr>
        <p:spPr>
          <a:xfrm>
            <a:off x="8542080" y="4812480"/>
            <a:ext cx="484560" cy="273240"/>
          </a:xfrm>
          <a:prstGeom prst="rect">
            <a:avLst/>
          </a:prstGeom>
          <a:noFill/>
          <a:ln w="0">
            <a:noFill/>
          </a:ln>
        </p:spPr>
        <p:txBody>
          <a:bodyPr lIns="90000" tIns="45000" rIns="90000" bIns="45000" anchor="ctr">
            <a:noAutofit/>
          </a:bodyPr>
          <a:lstStyle>
            <a:lvl1pPr indent="0" algn="r" defTabSz="914400">
              <a:lnSpc>
                <a:spcPct val="100000"/>
              </a:lnSpc>
              <a:buNone/>
              <a:defRPr lang="en-GB" sz="900" b="0" u="none" strike="noStrike">
                <a:solidFill>
                  <a:srgbClr val="000000"/>
                </a:solidFill>
                <a:effectLst/>
                <a:uFillTx/>
                <a:latin typeface="Arial"/>
                <a:ea typeface="DejaVu Sans"/>
              </a:defRPr>
            </a:lvl1pPr>
          </a:lstStyle>
          <a:p>
            <a:pPr indent="0" algn="r" defTabSz="914400">
              <a:lnSpc>
                <a:spcPct val="100000"/>
              </a:lnSpc>
              <a:buNone/>
            </a:pPr>
            <a:fld id="{917E2DA5-7558-4980-A25D-5EF4B3400CAC}" type="slidenum">
              <a:rPr lang="en-GB" sz="900" b="0" u="none" strike="noStrike">
                <a:solidFill>
                  <a:srgbClr val="000000"/>
                </a:solidFill>
                <a:effectLst/>
                <a:uFillTx/>
                <a:latin typeface="Arial"/>
                <a:ea typeface="DejaVu Sans"/>
              </a:rPr>
              <a:t>&lt;number&gt;</a:t>
            </a:fld>
            <a:endParaRPr lang="en-US" sz="900" b="0" u="none" strike="noStrike">
              <a:solidFill>
                <a:srgbClr val="000000"/>
              </a:solidFill>
              <a:effectLst/>
              <a:uFillTx/>
              <a:latin typeface="Times New Roman"/>
            </a:endParaRPr>
          </a:p>
        </p:txBody>
      </p:sp>
      <p:sp>
        <p:nvSpPr>
          <p:cNvPr id="174" name="Textplatzhalter 6"/>
          <p:cNvSpPr/>
          <p:nvPr/>
        </p:nvSpPr>
        <p:spPr>
          <a:xfrm>
            <a:off x="180000" y="3385440"/>
            <a:ext cx="8774640" cy="2511720"/>
          </a:xfrm>
          <a:prstGeom prst="rect">
            <a:avLst/>
          </a:prstGeom>
          <a:noFill/>
          <a:ln w="0">
            <a:noFill/>
          </a:ln>
        </p:spPr>
        <p:style>
          <a:lnRef idx="0"/>
          <a:fillRef idx="0"/>
          <a:effectRef idx="0"/>
          <a:fontRef idx="minor"/>
        </p:style>
        <p:txBody>
          <a:bodyPr lIns="90000" tIns="45000" rIns="90000" bIns="45000" anchor="t">
            <a:normAutofit/>
          </a:bodyPr>
          <a:p>
            <a:pPr defTabSz="914400">
              <a:lnSpc>
                <a:spcPct val="90000"/>
              </a:lnSpc>
              <a:spcBef>
                <a:spcPts val="374"/>
              </a:spcBef>
              <a:spcAft>
                <a:spcPts val="374"/>
              </a:spcAft>
              <a:tabLst>
                <a:tab pos="0" algn="l"/>
              </a:tabLst>
            </a:pPr>
            <a:r>
              <a:rPr lang="en-US" sz="1200" b="0" i="1" u="none" strike="noStrike">
                <a:solidFill>
                  <a:srgbClr val="72777A"/>
                </a:solidFill>
                <a:effectLst/>
                <a:uFillTx/>
                <a:latin typeface="Arial"/>
                <a:ea typeface="DejaVu Sans"/>
              </a:rPr>
              <a:t>This should be your motto for systematic detection and evaluation of risks and technical debts in the architecture, which will be needed by management stakeholders (e.g. project managers, product owners) as part of the overall risk analysis and measurement planning.</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Define three risks and/or technical debts, probably including suggested measures to minimize, mitigate or avoid risks or reduce technical debts.</a:t>
            </a:r>
            <a:endParaRPr lang="en-US" sz="1200" b="0" u="none" strike="noStrike">
              <a:solidFill>
                <a:srgbClr val="000000"/>
              </a:solidFill>
              <a:effectLst/>
              <a:uFillTx/>
              <a:latin typeface="Arial"/>
            </a:endParaRPr>
          </a:p>
          <a:p>
            <a:pPr defTabSz="914400">
              <a:lnSpc>
                <a:spcPct val="90000"/>
              </a:lnSpc>
              <a:spcBef>
                <a:spcPts val="374"/>
              </a:spcBef>
              <a:spcAft>
                <a:spcPts val="374"/>
              </a:spcAft>
              <a:tabLst>
                <a:tab pos="0" algn="l"/>
              </a:tabLst>
            </a:pPr>
            <a:r>
              <a:rPr lang="en-US" sz="1200" b="0" u="none" strike="noStrike">
                <a:solidFill>
                  <a:srgbClr val="72777A"/>
                </a:solidFill>
                <a:effectLst/>
                <a:uFillTx/>
                <a:latin typeface="Arial"/>
                <a:ea typeface="DejaVu Sans"/>
              </a:rPr>
              <a:t>Help: </a:t>
            </a:r>
            <a:r>
              <a:rPr lang="en-US" sz="1200" b="0" u="sng" strike="noStrike">
                <a:solidFill>
                  <a:srgbClr val="00649C"/>
                </a:solidFill>
                <a:effectLst/>
                <a:uFillTx/>
                <a:latin typeface="Arial"/>
                <a:ea typeface="DejaVu Sans"/>
                <a:hlinkClick r:id="rId1"/>
              </a:rPr>
              <a:t>https://docs.arc42.org/section-11/</a:t>
            </a:r>
            <a:r>
              <a:rPr lang="en-US" sz="1200" b="0" u="none" strike="noStrike">
                <a:solidFill>
                  <a:srgbClr val="72777A"/>
                </a:solidFill>
                <a:effectLst/>
                <a:uFillTx/>
                <a:latin typeface="Arial"/>
                <a:ea typeface="DejaVu Sans"/>
              </a:rPr>
              <a:t> &amp; </a:t>
            </a:r>
            <a:r>
              <a:rPr lang="en-US" sz="1200" b="0" u="sng" strike="noStrike">
                <a:solidFill>
                  <a:srgbClr val="00649C"/>
                </a:solidFill>
                <a:effectLst/>
                <a:uFillTx/>
                <a:latin typeface="Arial"/>
                <a:ea typeface="DejaVu Sans"/>
                <a:hlinkClick r:id="rId2"/>
              </a:rPr>
              <a:t>https://docs.arc42.org/examples/risk-htmlsc-1/</a:t>
            </a:r>
            <a:r>
              <a:rPr lang="en-US" sz="1200" b="0" u="none" strike="noStrike">
                <a:solidFill>
                  <a:srgbClr val="72777A"/>
                </a:solidFill>
                <a:effectLst/>
                <a:uFillTx/>
                <a:latin typeface="Arial"/>
                <a:ea typeface="DejaVu Sans"/>
              </a:rPr>
              <a:t> </a:t>
            </a:r>
            <a:endParaRPr lang="en-US" sz="1200" b="0" u="none" strike="noStrike">
              <a:solidFill>
                <a:srgbClr val="000000"/>
              </a:solidFill>
              <a:effectLst/>
              <a:uFillTx/>
              <a:latin typeface="Arial"/>
            </a:endParaRPr>
          </a:p>
        </p:txBody>
      </p:sp>
      <p:graphicFrame>
        <p:nvGraphicFramePr>
          <p:cNvPr id="175" name="Table 2"/>
          <p:cNvGraphicFramePr/>
          <p:nvPr/>
        </p:nvGraphicFramePr>
        <p:xfrm>
          <a:off x="189000" y="607680"/>
          <a:ext cx="8774640" cy="3389400"/>
        </p:xfrm>
        <a:graphic>
          <a:graphicData uri="http://schemas.openxmlformats.org/drawingml/2006/table">
            <a:tbl>
              <a:tblPr/>
              <a:tblGrid>
                <a:gridCol w="2569320"/>
                <a:gridCol w="6205680"/>
              </a:tblGrid>
              <a:tr h="370800">
                <a:tc>
                  <a:txBody>
                    <a:bodyPr anchor="t">
                      <a:noAutofit/>
                    </a:bodyPr>
                    <a:p>
                      <a:pPr defTabSz="914400">
                        <a:lnSpc>
                          <a:spcPct val="100000"/>
                        </a:lnSpc>
                      </a:pPr>
                      <a:r>
                        <a:rPr lang="en-US" sz="1350" b="1" u="none" strike="noStrike">
                          <a:solidFill>
                            <a:srgbClr val="FFFFFF"/>
                          </a:solidFill>
                          <a:effectLst/>
                          <a:uFillTx/>
                          <a:latin typeface="Arial"/>
                          <a:ea typeface="DejaVu Sans"/>
                        </a:rPr>
                        <a:t>Risk/Technical Debt</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c>
                  <a:txBody>
                    <a:bodyPr anchor="t">
                      <a:noAutofit/>
                    </a:bodyPr>
                    <a:p>
                      <a:pPr defTabSz="914400">
                        <a:lnSpc>
                          <a:spcPct val="100000"/>
                        </a:lnSpc>
                      </a:pPr>
                      <a:r>
                        <a:rPr lang="en-US" sz="1350" b="1" u="none" strike="noStrike">
                          <a:solidFill>
                            <a:srgbClr val="FFFFFF"/>
                          </a:solidFill>
                          <a:effectLst/>
                          <a:uFillTx/>
                          <a:latin typeface="Arial"/>
                          <a:ea typeface="DejaVu Sans"/>
                        </a:rPr>
                        <a:t>Description</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72777A"/>
                    </a:solidFill>
                  </a:tcPr>
                </a:tc>
              </a:tr>
              <a:tr h="370800">
                <a:tc>
                  <a:txBody>
                    <a:bodyPr anchor="t">
                      <a:noAutofit/>
                    </a:bodyPr>
                    <a:p>
                      <a:pPr defTabSz="914400">
                        <a:lnSpc>
                          <a:spcPct val="100000"/>
                        </a:lnSpc>
                      </a:pPr>
                      <a:r>
                        <a:rPr lang="en-029" sz="1800" b="0" u="none" strike="noStrike">
                          <a:solidFill>
                            <a:schemeClr val="dk1"/>
                          </a:solidFill>
                          <a:effectLst/>
                          <a:uFillTx/>
                          <a:latin typeface="Arial"/>
                          <a:ea typeface="DejaVu Sans"/>
                        </a:rPr>
                        <a:t>Monolith Architecture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029" sz="1800" b="0" u="none" strike="noStrike">
                          <a:solidFill>
                            <a:schemeClr val="dk1"/>
                          </a:solidFill>
                          <a:effectLst/>
                          <a:uFillTx/>
                          <a:latin typeface="Arial"/>
                          <a:ea typeface="DejaVu Sans"/>
                        </a:rPr>
                        <a:t>As the code base grows the switch to a different architecture becomes more complex and difficult but will be required due to scalability and complexity </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5D6D6"/>
                    </a:solidFill>
                  </a:tcPr>
                </a:tc>
              </a:tr>
              <a:tr h="370800">
                <a:tc>
                  <a:txBody>
                    <a:bodyPr anchor="t">
                      <a:noAutofit/>
                    </a:bodyPr>
                    <a:p>
                      <a:pPr defTabSz="914400">
                        <a:lnSpc>
                          <a:spcPct val="100000"/>
                        </a:lnSpc>
                      </a:pPr>
                      <a:r>
                        <a:rPr lang="en-029" sz="1800" b="0" u="none" strike="noStrike">
                          <a:solidFill>
                            <a:schemeClr val="dk1"/>
                          </a:solidFill>
                          <a:effectLst/>
                          <a:uFillTx/>
                          <a:latin typeface="Arial"/>
                          <a:ea typeface="DejaVu Sans"/>
                        </a:rPr>
                        <a:t>Relying on cloud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c>
                  <a:txBody>
                    <a:bodyPr anchor="t">
                      <a:noAutofit/>
                    </a:bodyPr>
                    <a:p>
                      <a:pPr defTabSz="914400">
                        <a:lnSpc>
                          <a:spcPct val="100000"/>
                        </a:lnSpc>
                      </a:pPr>
                      <a:r>
                        <a:rPr lang="en-029" sz="1800" b="0" u="none" strike="noStrike">
                          <a:solidFill>
                            <a:schemeClr val="dk1"/>
                          </a:solidFill>
                          <a:effectLst/>
                          <a:uFillTx/>
                          <a:latin typeface="Arial"/>
                          <a:ea typeface="DejaVu Sans"/>
                        </a:rPr>
                        <a:t>With rising user numbers operating costs will rise severely. Therefor a switch to an on premise server may be more cost effective with a complex data migration. </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BEBEB"/>
                    </a:solidFill>
                  </a:tcPr>
                </a:tc>
              </a:tr>
              <a:tr h="370800">
                <a:tc>
                  <a:txBody>
                    <a:bodyPr anchor="t">
                      <a:noAutofit/>
                    </a:bodyPr>
                    <a:p>
                      <a:pPr defTabSz="914400">
                        <a:lnSpc>
                          <a:spcPct val="100000"/>
                        </a:lnSpc>
                      </a:pPr>
                      <a:r>
                        <a:rPr lang="en-029" sz="1800" b="0" u="none" strike="noStrike">
                          <a:solidFill>
                            <a:schemeClr val="dk1"/>
                          </a:solidFill>
                          <a:effectLst/>
                          <a:uFillTx/>
                          <a:latin typeface="Arial"/>
                          <a:ea typeface="DejaVu Sans"/>
                        </a:rPr>
                        <a:t>Growing test cases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c>
                  <a:txBody>
                    <a:bodyPr anchor="t">
                      <a:noAutofit/>
                    </a:bodyPr>
                    <a:p>
                      <a:pPr defTabSz="914400">
                        <a:lnSpc>
                          <a:spcPct val="100000"/>
                        </a:lnSpc>
                      </a:pPr>
                      <a:r>
                        <a:rPr lang="en-029" sz="1800" b="0" u="none" strike="noStrike">
                          <a:solidFill>
                            <a:schemeClr val="dk1"/>
                          </a:solidFill>
                          <a:effectLst/>
                          <a:uFillTx/>
                          <a:latin typeface="Arial"/>
                          <a:ea typeface="DejaVu Sans"/>
                        </a:rPr>
                        <a:t>A growing application may lead to more test cases, resulting in an own, dedicated testing suite and including e2e-testing to ensure maximum reliablity.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5D6D6"/>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2777A"/>
      </a:dk2>
      <a:lt2>
        <a:srgbClr val="FFFFFF"/>
      </a:lt2>
      <a:accent1>
        <a:srgbClr val="72777A"/>
      </a:accent1>
      <a:accent2>
        <a:srgbClr val="AAADAF"/>
      </a:accent2>
      <a:accent3>
        <a:srgbClr val="8BB31D"/>
      </a:accent3>
      <a:accent4>
        <a:srgbClr val="B9D177"/>
      </a:accent4>
      <a:accent5>
        <a:srgbClr val="00649C"/>
      </a:accent5>
      <a:accent6>
        <a:srgbClr val="66A2C4"/>
      </a:accent6>
      <a:hlink>
        <a:srgbClr val="00649C"/>
      </a:hlink>
      <a:folHlink>
        <a:srgbClr val="323F4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2777A"/>
      </a:dk2>
      <a:lt2>
        <a:srgbClr val="FFFFFF"/>
      </a:lt2>
      <a:accent1>
        <a:srgbClr val="72777A"/>
      </a:accent1>
      <a:accent2>
        <a:srgbClr val="AAADAF"/>
      </a:accent2>
      <a:accent3>
        <a:srgbClr val="8BB31D"/>
      </a:accent3>
      <a:accent4>
        <a:srgbClr val="B9D177"/>
      </a:accent4>
      <a:accent5>
        <a:srgbClr val="00649C"/>
      </a:accent5>
      <a:accent6>
        <a:srgbClr val="66A2C4"/>
      </a:accent6>
      <a:hlink>
        <a:srgbClr val="00649C"/>
      </a:hlink>
      <a:folHlink>
        <a:srgbClr val="323F4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FHTW_PowerPoint</Template>
  <TotalTime>9</TotalTime>
  <Application>LibreOffice/26.2.2.2$Linux_X86_64 LibreOffice_project/620$Build-2</Application>
  <AppVersion>15.0000</AppVersion>
  <Words>489</Words>
  <Paragraphs>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2022-06-08T12:45:54Z</dcterms:created>
  <dc:creator>Marvin Kosmider</dc:creator>
  <dc:description/>
  <dc:language>de-AT</dc:language>
  <cp:lastModifiedBy/>
  <dcterms:modified xsi:type="dcterms:W3CDTF">2026-05-13T17:23:29Z</dcterms:modified>
  <cp:revision>42</cp:revision>
  <dc:subject/>
  <dc:title>Titel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Bildschirmpräsentation (16:9)</vt:lpwstr>
  </property>
  <property fmtid="{D5CDD505-2E9C-101B-9397-08002B2CF9AE}" pid="3" name="Slides">
    <vt:i4>4</vt:i4>
  </property>
</Properties>
</file>